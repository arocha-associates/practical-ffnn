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4"/>
  </p:notesMasterIdLst>
  <p:sldIdLst>
    <p:sldId id="256" r:id="rId2"/>
    <p:sldId id="1319" r:id="rId3"/>
    <p:sldId id="1405" r:id="rId4"/>
    <p:sldId id="1413" r:id="rId5"/>
    <p:sldId id="1414" r:id="rId6"/>
    <p:sldId id="1408" r:id="rId7"/>
    <p:sldId id="445" r:id="rId8"/>
    <p:sldId id="1415" r:id="rId9"/>
    <p:sldId id="1421" r:id="rId10"/>
    <p:sldId id="1422" r:id="rId11"/>
    <p:sldId id="1423" r:id="rId12"/>
    <p:sldId id="1424" r:id="rId13"/>
    <p:sldId id="1425" r:id="rId14"/>
    <p:sldId id="1426" r:id="rId15"/>
    <p:sldId id="1435" r:id="rId16"/>
    <p:sldId id="1436" r:id="rId17"/>
    <p:sldId id="1427" r:id="rId18"/>
    <p:sldId id="1429" r:id="rId19"/>
    <p:sldId id="1430" r:id="rId20"/>
    <p:sldId id="1431" r:id="rId21"/>
    <p:sldId id="1437" r:id="rId22"/>
    <p:sldId id="1432" r:id="rId23"/>
    <p:sldId id="1433" r:id="rId24"/>
    <p:sldId id="1438" r:id="rId25"/>
    <p:sldId id="1412" r:id="rId26"/>
    <p:sldId id="1368" r:id="rId27"/>
    <p:sldId id="1439" r:id="rId28"/>
    <p:sldId id="1440" r:id="rId29"/>
    <p:sldId id="1443" r:id="rId30"/>
    <p:sldId id="1444" r:id="rId31"/>
    <p:sldId id="1441" r:id="rId32"/>
    <p:sldId id="1442" r:id="rId33"/>
  </p:sldIdLst>
  <p:sldSz cx="12192000" cy="6858000"/>
  <p:notesSz cx="6797675" cy="99298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339941-042D-48A2-AAFA-D679F3F2F6EE}">
          <p14:sldIdLst>
            <p14:sldId id="256"/>
            <p14:sldId id="1319"/>
          </p14:sldIdLst>
        </p14:section>
        <p14:section name="01 Motivation" id="{9C53A8C3-C5AD-449B-B9B4-040A91E67EA4}">
          <p14:sldIdLst>
            <p14:sldId id="1405"/>
            <p14:sldId id="1413"/>
            <p14:sldId id="1414"/>
          </p14:sldIdLst>
        </p14:section>
        <p14:section name="02 Case Setup and Actuarial Framing" id="{468E293D-DF77-4AF6-BBF2-0632B2EC35AB}">
          <p14:sldIdLst>
            <p14:sldId id="1408"/>
            <p14:sldId id="445"/>
            <p14:sldId id="1415"/>
            <p14:sldId id="1421"/>
          </p14:sldIdLst>
        </p14:section>
        <p14:section name="03 Baseline models: GLM toolkit" id="{4470C6C2-C2DD-4807-A7A6-AE09FB6CD295}">
          <p14:sldIdLst>
            <p14:sldId id="1422"/>
            <p14:sldId id="1423"/>
            <p14:sldId id="1424"/>
          </p14:sldIdLst>
        </p14:section>
        <p14:section name="04 FFNN Challenger" id="{303E4717-B71A-4AC3-AD4E-EE9B029A18F0}">
          <p14:sldIdLst>
            <p14:sldId id="1425"/>
            <p14:sldId id="1426"/>
            <p14:sldId id="1435"/>
            <p14:sldId id="1436"/>
            <p14:sldId id="1427"/>
            <p14:sldId id="1429"/>
            <p14:sldId id="1430"/>
            <p14:sldId id="1431"/>
            <p14:sldId id="1437"/>
            <p14:sldId id="1432"/>
            <p14:sldId id="1433"/>
            <p14:sldId id="1438"/>
          </p14:sldIdLst>
        </p14:section>
        <p14:section name="06 Conclusions" id="{4EFAB819-ADA5-4F96-BB28-8D556B8F5EB2}">
          <p14:sldIdLst>
            <p14:sldId id="1412"/>
            <p14:sldId id="1368"/>
            <p14:sldId id="1439"/>
            <p14:sldId id="1440"/>
            <p14:sldId id="1443"/>
            <p14:sldId id="1444"/>
            <p14:sldId id="1441"/>
            <p14:sldId id="14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589" userDrawn="1">
          <p15:clr>
            <a:srgbClr val="A4A3A4"/>
          </p15:clr>
        </p15:guide>
        <p15:guide id="2" pos="8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omas Hull" initials="TH" lastIdx="5" clrIdx="0">
    <p:extLst>
      <p:ext uri="{19B8F6BF-5375-455C-9EA6-DF929625EA0E}">
        <p15:presenceInfo xmlns:p15="http://schemas.microsoft.com/office/powerpoint/2012/main" userId="0b6fa5a0ab0ae6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6C6"/>
    <a:srgbClr val="FFFFFF"/>
    <a:srgbClr val="D4D4D4"/>
    <a:srgbClr val="668899"/>
    <a:srgbClr val="E2F0CB"/>
    <a:srgbClr val="CDE7F0"/>
    <a:srgbClr val="F7D6E0"/>
    <a:srgbClr val="FDE2E4"/>
    <a:srgbClr val="FFF2CC"/>
    <a:srgbClr val="001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5207FE-BF2F-42C8-9ACB-119C52438597}" v="2532" dt="2026-06-12T09:46:05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11" autoAdjust="0"/>
    <p:restoredTop sz="94108" autoAdjust="0"/>
  </p:normalViewPr>
  <p:slideViewPr>
    <p:cSldViewPr snapToGrid="0" showGuides="1">
      <p:cViewPr varScale="1">
        <p:scale>
          <a:sx n="68" d="100"/>
          <a:sy n="68" d="100"/>
        </p:scale>
        <p:origin x="2418" y="66"/>
      </p:cViewPr>
      <p:guideLst>
        <p:guide orient="horz" pos="3589"/>
        <p:guide pos="824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Arocha" userId="f629e0de194f0a22" providerId="LiveId" clId="{AD405B13-70EA-4EAE-91EE-95C30A462F68}"/>
    <pc:docChg chg="undo custSel addSld delSld modSld sldOrd modMainMaster addSection delSection modSection">
      <pc:chgData name="Carlos Arocha" userId="f629e0de194f0a22" providerId="LiveId" clId="{AD405B13-70EA-4EAE-91EE-95C30A462F68}" dt="2026-06-12T09:46:37.407" v="18753" actId="21"/>
      <pc:docMkLst>
        <pc:docMk/>
      </pc:docMkLst>
      <pc:sldChg chg="addSp delSp modSp mod">
        <pc:chgData name="Carlos Arocha" userId="f629e0de194f0a22" providerId="LiveId" clId="{AD405B13-70EA-4EAE-91EE-95C30A462F68}" dt="2026-06-05T08:43:00.415" v="396" actId="14100"/>
        <pc:sldMkLst>
          <pc:docMk/>
          <pc:sldMk cId="2687324220" sldId="256"/>
        </pc:sldMkLst>
        <pc:spChg chg="mod">
          <ac:chgData name="Carlos Arocha" userId="f629e0de194f0a22" providerId="LiveId" clId="{AD405B13-70EA-4EAE-91EE-95C30A462F68}" dt="2026-06-05T08:42:35.950" v="356" actId="1035"/>
          <ac:spMkLst>
            <pc:docMk/>
            <pc:sldMk cId="2687324220" sldId="256"/>
            <ac:spMk id="2" creationId="{0093E67F-3FFC-F9A8-B004-1C9310E3C52D}"/>
          </ac:spMkLst>
        </pc:spChg>
        <pc:spChg chg="mod">
          <ac:chgData name="Carlos Arocha" userId="f629e0de194f0a22" providerId="LiveId" clId="{AD405B13-70EA-4EAE-91EE-95C30A462F68}" dt="2026-06-05T08:42:42.887" v="363" actId="20577"/>
          <ac:spMkLst>
            <pc:docMk/>
            <pc:sldMk cId="2687324220" sldId="256"/>
            <ac:spMk id="7" creationId="{43490AB6-CB76-93C9-19CA-BFB919C8B518}"/>
          </ac:spMkLst>
        </pc:spChg>
        <pc:spChg chg="add del mod">
          <ac:chgData name="Carlos Arocha" userId="f629e0de194f0a22" providerId="LiveId" clId="{AD405B13-70EA-4EAE-91EE-95C30A462F68}" dt="2026-06-05T08:42:20.242" v="293" actId="207"/>
          <ac:spMkLst>
            <pc:docMk/>
            <pc:sldMk cId="2687324220" sldId="256"/>
            <ac:spMk id="10" creationId="{F3409DA3-49F8-C76F-A6A3-FAFB7D7AA6F5}"/>
          </ac:spMkLst>
        </pc:spChg>
        <pc:cxnChg chg="mod">
          <ac:chgData name="Carlos Arocha" userId="f629e0de194f0a22" providerId="LiveId" clId="{AD405B13-70EA-4EAE-91EE-95C30A462F68}" dt="2026-06-05T08:43:00.415" v="396" actId="14100"/>
          <ac:cxnSpMkLst>
            <pc:docMk/>
            <pc:sldMk cId="2687324220" sldId="256"/>
            <ac:cxnSpMk id="12" creationId="{0D269FB6-B010-7BDC-E705-15137A4DBCA2}"/>
          </ac:cxnSpMkLst>
        </pc:cxnChg>
      </pc:sldChg>
      <pc:sldChg chg="addSp delSp modSp mod">
        <pc:chgData name="Carlos Arocha" userId="f629e0de194f0a22" providerId="LiveId" clId="{AD405B13-70EA-4EAE-91EE-95C30A462F68}" dt="2026-06-08T13:01:19.102" v="16737" actId="20577"/>
        <pc:sldMkLst>
          <pc:docMk/>
          <pc:sldMk cId="3903791210" sldId="445"/>
        </pc:sldMkLst>
        <pc:spChg chg="mod">
          <ac:chgData name="Carlos Arocha" userId="f629e0de194f0a22" providerId="LiveId" clId="{AD405B13-70EA-4EAE-91EE-95C30A462F68}" dt="2026-06-06T15:01:48.421" v="1781" actId="20577"/>
          <ac:spMkLst>
            <pc:docMk/>
            <pc:sldMk cId="3903791210" sldId="445"/>
            <ac:spMk id="2" creationId="{D52AEA16-F260-0E5B-3919-4D68C2793407}"/>
          </ac:spMkLst>
        </pc:spChg>
        <pc:spChg chg="mod">
          <ac:chgData name="Carlos Arocha" userId="f629e0de194f0a22" providerId="LiveId" clId="{AD405B13-70EA-4EAE-91EE-95C30A462F68}" dt="2026-06-08T09:56:04.189" v="13736" actId="20577"/>
          <ac:spMkLst>
            <pc:docMk/>
            <pc:sldMk cId="3903791210" sldId="445"/>
            <ac:spMk id="6" creationId="{8057F80D-F91C-1620-A907-A793263E1A4F}"/>
          </ac:spMkLst>
        </pc:spChg>
        <pc:spChg chg="mod">
          <ac:chgData name="Carlos Arocha" userId="f629e0de194f0a22" providerId="LiveId" clId="{AD405B13-70EA-4EAE-91EE-95C30A462F68}" dt="2026-06-08T13:01:19.102" v="16737" actId="20577"/>
          <ac:spMkLst>
            <pc:docMk/>
            <pc:sldMk cId="3903791210" sldId="445"/>
            <ac:spMk id="9" creationId="{BA137FD9-AA9B-4A8C-B56F-004FC0CAC99D}"/>
          </ac:spMkLst>
        </pc:spChg>
        <pc:graphicFrameChg chg="add mod modGraphic">
          <ac:chgData name="Carlos Arocha" userId="f629e0de194f0a22" providerId="LiveId" clId="{AD405B13-70EA-4EAE-91EE-95C30A462F68}" dt="2026-06-06T15:52:38.057" v="2625" actId="1038"/>
          <ac:graphicFrameMkLst>
            <pc:docMk/>
            <pc:sldMk cId="3903791210" sldId="445"/>
            <ac:graphicFrameMk id="10" creationId="{2BB05158-4F9C-E1C3-E359-1974A6B2E266}"/>
          </ac:graphicFrameMkLst>
        </pc:graphicFrameChg>
      </pc:sldChg>
      <pc:sldChg chg="modSp mod">
        <pc:chgData name="Carlos Arocha" userId="f629e0de194f0a22" providerId="LiveId" clId="{AD405B13-70EA-4EAE-91EE-95C30A462F68}" dt="2026-06-11T15:16:45.414" v="16979" actId="20577"/>
        <pc:sldMkLst>
          <pc:docMk/>
          <pc:sldMk cId="1022366001" sldId="1319"/>
        </pc:sldMkLst>
        <pc:spChg chg="mod">
          <ac:chgData name="Carlos Arocha" userId="f629e0de194f0a22" providerId="LiveId" clId="{AD405B13-70EA-4EAE-91EE-95C30A462F68}" dt="2026-06-11T15:16:45.414" v="16979" actId="20577"/>
          <ac:spMkLst>
            <pc:docMk/>
            <pc:sldMk cId="1022366001" sldId="1319"/>
            <ac:spMk id="2" creationId="{4856E4AD-84A6-E5CF-8F7E-68A1073C6406}"/>
          </ac:spMkLst>
        </pc:spChg>
        <pc:graphicFrameChg chg="modGraphic">
          <ac:chgData name="Carlos Arocha" userId="f629e0de194f0a22" providerId="LiveId" clId="{AD405B13-70EA-4EAE-91EE-95C30A462F68}" dt="2026-06-08T12:47:40.098" v="16255" actId="6549"/>
          <ac:graphicFrameMkLst>
            <pc:docMk/>
            <pc:sldMk cId="1022366001" sldId="1319"/>
            <ac:graphicFrameMk id="7" creationId="{AA25F109-37DA-5FFE-EA34-E647BA81147D}"/>
          </ac:graphicFrameMkLst>
        </pc:graphicFrameChg>
      </pc:sldChg>
      <pc:sldChg chg="modSp add del mod ord">
        <pc:chgData name="Carlos Arocha" userId="f629e0de194f0a22" providerId="LiveId" clId="{AD405B13-70EA-4EAE-91EE-95C30A462F68}" dt="2026-06-08T07:52:51.649" v="12036" actId="20577"/>
        <pc:sldMkLst>
          <pc:docMk/>
          <pc:sldMk cId="1477282074" sldId="1368"/>
        </pc:sldMkLst>
        <pc:spChg chg="mod">
          <ac:chgData name="Carlos Arocha" userId="f629e0de194f0a22" providerId="LiveId" clId="{AD405B13-70EA-4EAE-91EE-95C30A462F68}" dt="2026-06-08T07:52:10.417" v="12010" actId="20577"/>
          <ac:spMkLst>
            <pc:docMk/>
            <pc:sldMk cId="1477282074" sldId="1368"/>
            <ac:spMk id="2" creationId="{86857B70-B623-573D-AC93-50A74D038C25}"/>
          </ac:spMkLst>
        </pc:spChg>
        <pc:spChg chg="mod">
          <ac:chgData name="Carlos Arocha" userId="f629e0de194f0a22" providerId="LiveId" clId="{AD405B13-70EA-4EAE-91EE-95C30A462F68}" dt="2026-06-08T07:52:51.649" v="12036" actId="20577"/>
          <ac:spMkLst>
            <pc:docMk/>
            <pc:sldMk cId="1477282074" sldId="1368"/>
            <ac:spMk id="6" creationId="{5C3F5642-82A9-46E3-8F76-B27166918803}"/>
          </ac:spMkLst>
        </pc:spChg>
        <pc:graphicFrameChg chg="mod modGraphic">
          <ac:chgData name="Carlos Arocha" userId="f629e0de194f0a22" providerId="LiveId" clId="{AD405B13-70EA-4EAE-91EE-95C30A462F68}" dt="2026-06-08T07:52:05.298" v="11993" actId="1036"/>
          <ac:graphicFrameMkLst>
            <pc:docMk/>
            <pc:sldMk cId="1477282074" sldId="1368"/>
            <ac:graphicFrameMk id="3" creationId="{AA599482-6127-0008-80AA-84A86FD6E73C}"/>
          </ac:graphicFrameMkLst>
        </pc:graphicFrameChg>
      </pc:sldChg>
      <pc:sldChg chg="modSp mod">
        <pc:chgData name="Carlos Arocha" userId="f629e0de194f0a22" providerId="LiveId" clId="{AD405B13-70EA-4EAE-91EE-95C30A462F68}" dt="2026-06-05T09:07:28.679" v="674" actId="6549"/>
        <pc:sldMkLst>
          <pc:docMk/>
          <pc:sldMk cId="46558198" sldId="1405"/>
        </pc:sldMkLst>
        <pc:spChg chg="mod">
          <ac:chgData name="Carlos Arocha" userId="f629e0de194f0a22" providerId="LiveId" clId="{AD405B13-70EA-4EAE-91EE-95C30A462F68}" dt="2026-06-05T09:07:28.679" v="674" actId="6549"/>
          <ac:spMkLst>
            <pc:docMk/>
            <pc:sldMk cId="46558198" sldId="1405"/>
            <ac:spMk id="2" creationId="{DB016B38-AC7A-6B64-300F-55A3DD81C037}"/>
          </ac:spMkLst>
        </pc:spChg>
      </pc:sldChg>
      <pc:sldChg chg="modSp mod">
        <pc:chgData name="Carlos Arocha" userId="f629e0de194f0a22" providerId="LiveId" clId="{AD405B13-70EA-4EAE-91EE-95C30A462F68}" dt="2026-06-08T09:05:24.008" v="12397" actId="20577"/>
        <pc:sldMkLst>
          <pc:docMk/>
          <pc:sldMk cId="4267377019" sldId="1408"/>
        </pc:sldMkLst>
        <pc:spChg chg="mod">
          <ac:chgData name="Carlos Arocha" userId="f629e0de194f0a22" providerId="LiveId" clId="{AD405B13-70EA-4EAE-91EE-95C30A462F68}" dt="2026-06-08T09:05:24.008" v="12397" actId="20577"/>
          <ac:spMkLst>
            <pc:docMk/>
            <pc:sldMk cId="4267377019" sldId="1408"/>
            <ac:spMk id="2" creationId="{B26EEA5D-38A2-FDB4-B68A-329475E44669}"/>
          </ac:spMkLst>
        </pc:spChg>
      </pc:sldChg>
      <pc:sldChg chg="modSp mod">
        <pc:chgData name="Carlos Arocha" userId="f629e0de194f0a22" providerId="LiveId" clId="{AD405B13-70EA-4EAE-91EE-95C30A462F68}" dt="2026-06-08T09:04:00.838" v="12364" actId="6549"/>
        <pc:sldMkLst>
          <pc:docMk/>
          <pc:sldMk cId="1921402235" sldId="1412"/>
        </pc:sldMkLst>
        <pc:spChg chg="mod">
          <ac:chgData name="Carlos Arocha" userId="f629e0de194f0a22" providerId="LiveId" clId="{AD405B13-70EA-4EAE-91EE-95C30A462F68}" dt="2026-06-08T09:04:00.838" v="12364" actId="6549"/>
          <ac:spMkLst>
            <pc:docMk/>
            <pc:sldMk cId="1921402235" sldId="1412"/>
            <ac:spMk id="2" creationId="{F8CBDDB8-064B-0D07-35DF-8AFC7053D00B}"/>
          </ac:spMkLst>
        </pc:spChg>
      </pc:sldChg>
      <pc:sldChg chg="addSp delSp modSp add del mod">
        <pc:chgData name="Carlos Arocha" userId="f629e0de194f0a22" providerId="LiveId" clId="{AD405B13-70EA-4EAE-91EE-95C30A462F68}" dt="2026-06-08T13:43:19.185" v="16972" actId="1037"/>
        <pc:sldMkLst>
          <pc:docMk/>
          <pc:sldMk cId="2160740580" sldId="1413"/>
        </pc:sldMkLst>
        <pc:spChg chg="mod">
          <ac:chgData name="Carlos Arocha" userId="f629e0de194f0a22" providerId="LiveId" clId="{AD405B13-70EA-4EAE-91EE-95C30A462F68}" dt="2026-06-08T09:12:14.200" v="12605" actId="20577"/>
          <ac:spMkLst>
            <pc:docMk/>
            <pc:sldMk cId="2160740580" sldId="1413"/>
            <ac:spMk id="2" creationId="{4EB4E33A-1213-F5A8-14D1-4981CAC5F9C2}"/>
          </ac:spMkLst>
        </pc:spChg>
        <pc:spChg chg="mod">
          <ac:chgData name="Carlos Arocha" userId="f629e0de194f0a22" providerId="LiveId" clId="{AD405B13-70EA-4EAE-91EE-95C30A462F68}" dt="2026-06-08T13:00:12.596" v="16715" actId="6549"/>
          <ac:spMkLst>
            <pc:docMk/>
            <pc:sldMk cId="2160740580" sldId="1413"/>
            <ac:spMk id="6" creationId="{41F34A55-F6F1-99D4-9168-CE9F40EE1E37}"/>
          </ac:spMkLst>
        </pc:spChg>
        <pc:spChg chg="mod">
          <ac:chgData name="Carlos Arocha" userId="f629e0de194f0a22" providerId="LiveId" clId="{AD405B13-70EA-4EAE-91EE-95C30A462F68}" dt="2026-06-08T13:01:56.365" v="16780" actId="20577"/>
          <ac:spMkLst>
            <pc:docMk/>
            <pc:sldMk cId="2160740580" sldId="1413"/>
            <ac:spMk id="9" creationId="{1C08FA88-AC19-FA39-2821-E7DD95558469}"/>
          </ac:spMkLst>
        </pc:spChg>
        <pc:picChg chg="add mod">
          <ac:chgData name="Carlos Arocha" userId="f629e0de194f0a22" providerId="LiveId" clId="{AD405B13-70EA-4EAE-91EE-95C30A462F68}" dt="2026-06-08T13:43:19.185" v="16972" actId="1037"/>
          <ac:picMkLst>
            <pc:docMk/>
            <pc:sldMk cId="2160740580" sldId="1413"/>
            <ac:picMk id="7" creationId="{426A97F4-266C-5B80-9144-D07AA47ED97F}"/>
          </ac:picMkLst>
        </pc:picChg>
      </pc:sldChg>
      <pc:sldChg chg="addSp delSp modSp add mod">
        <pc:chgData name="Carlos Arocha" userId="f629e0de194f0a22" providerId="LiveId" clId="{AD405B13-70EA-4EAE-91EE-95C30A462F68}" dt="2026-06-08T09:13:27.086" v="12704" actId="20577"/>
        <pc:sldMkLst>
          <pc:docMk/>
          <pc:sldMk cId="1970321837" sldId="1414"/>
        </pc:sldMkLst>
        <pc:spChg chg="mod">
          <ac:chgData name="Carlos Arocha" userId="f629e0de194f0a22" providerId="LiveId" clId="{AD405B13-70EA-4EAE-91EE-95C30A462F68}" dt="2026-06-06T14:35:14.372" v="1304" actId="20577"/>
          <ac:spMkLst>
            <pc:docMk/>
            <pc:sldMk cId="1970321837" sldId="1414"/>
            <ac:spMk id="2" creationId="{7F5EC7CF-4FF2-6C86-16DA-3CB0EEDC0BCA}"/>
          </ac:spMkLst>
        </pc:spChg>
        <pc:spChg chg="mod">
          <ac:chgData name="Carlos Arocha" userId="f629e0de194f0a22" providerId="LiveId" clId="{AD405B13-70EA-4EAE-91EE-95C30A462F68}" dt="2026-06-08T09:13:27.086" v="12704" actId="20577"/>
          <ac:spMkLst>
            <pc:docMk/>
            <pc:sldMk cId="1970321837" sldId="1414"/>
            <ac:spMk id="6" creationId="{A7055C7D-8B85-45E5-33B3-128BBB790002}"/>
          </ac:spMkLst>
        </pc:spChg>
        <pc:spChg chg="mod">
          <ac:chgData name="Carlos Arocha" userId="f629e0de194f0a22" providerId="LiveId" clId="{AD405B13-70EA-4EAE-91EE-95C30A462F68}" dt="2026-06-06T14:54:33.751" v="1540" actId="14100"/>
          <ac:spMkLst>
            <pc:docMk/>
            <pc:sldMk cId="1970321837" sldId="1414"/>
            <ac:spMk id="9" creationId="{BBB743C0-000B-4978-01F5-38BB9A16553F}"/>
          </ac:spMkLst>
        </pc:spChg>
        <pc:picChg chg="add mod">
          <ac:chgData name="Carlos Arocha" userId="f629e0de194f0a22" providerId="LiveId" clId="{AD405B13-70EA-4EAE-91EE-95C30A462F68}" dt="2026-06-06T14:53:50.277" v="1502" actId="1037"/>
          <ac:picMkLst>
            <pc:docMk/>
            <pc:sldMk cId="1970321837" sldId="1414"/>
            <ac:picMk id="7" creationId="{19DCD4B0-336B-CDF4-AD91-30702E0A9C13}"/>
          </ac:picMkLst>
        </pc:picChg>
      </pc:sldChg>
      <pc:sldChg chg="addSp delSp modSp add mod">
        <pc:chgData name="Carlos Arocha" userId="f629e0de194f0a22" providerId="LiveId" clId="{AD405B13-70EA-4EAE-91EE-95C30A462F68}" dt="2026-06-12T09:46:37.407" v="18753" actId="21"/>
        <pc:sldMkLst>
          <pc:docMk/>
          <pc:sldMk cId="1967662467" sldId="1415"/>
        </pc:sldMkLst>
        <pc:spChg chg="mod">
          <ac:chgData name="Carlos Arocha" userId="f629e0de194f0a22" providerId="LiveId" clId="{AD405B13-70EA-4EAE-91EE-95C30A462F68}" dt="2026-06-06T15:26:54.297" v="2132" actId="6549"/>
          <ac:spMkLst>
            <pc:docMk/>
            <pc:sldMk cId="1967662467" sldId="1415"/>
            <ac:spMk id="2" creationId="{5E46D308-02A7-ED7C-4C71-4BB6217AD9D3}"/>
          </ac:spMkLst>
        </pc:spChg>
        <pc:spChg chg="mod">
          <ac:chgData name="Carlos Arocha" userId="f629e0de194f0a22" providerId="LiveId" clId="{AD405B13-70EA-4EAE-91EE-95C30A462F68}" dt="2026-06-08T12:03:03.205" v="14363" actId="20577"/>
          <ac:spMkLst>
            <pc:docMk/>
            <pc:sldMk cId="1967662467" sldId="1415"/>
            <ac:spMk id="6" creationId="{7FA6904E-592F-83FC-94E1-467855555FF7}"/>
          </ac:spMkLst>
        </pc:spChg>
        <pc:spChg chg="add mod">
          <ac:chgData name="Carlos Arocha" userId="f629e0de194f0a22" providerId="LiveId" clId="{AD405B13-70EA-4EAE-91EE-95C30A462F68}" dt="2026-06-07T07:12:56.070" v="3445" actId="1036"/>
          <ac:spMkLst>
            <pc:docMk/>
            <pc:sldMk cId="1967662467" sldId="1415"/>
            <ac:spMk id="7" creationId="{290D16FF-4A61-9D14-A52F-BD75010BC67B}"/>
          </ac:spMkLst>
        </pc:spChg>
        <pc:spChg chg="mod">
          <ac:chgData name="Carlos Arocha" userId="f629e0de194f0a22" providerId="LiveId" clId="{AD405B13-70EA-4EAE-91EE-95C30A462F68}" dt="2026-06-12T09:46:05.800" v="18750" actId="20577"/>
          <ac:spMkLst>
            <pc:docMk/>
            <pc:sldMk cId="1967662467" sldId="1415"/>
            <ac:spMk id="9" creationId="{884A8AA1-60F4-DF30-35E6-CEE3B99C32B8}"/>
          </ac:spMkLst>
        </pc:spChg>
        <pc:graphicFrameChg chg="add mod modGraphic">
          <ac:chgData name="Carlos Arocha" userId="f629e0de194f0a22" providerId="LiveId" clId="{AD405B13-70EA-4EAE-91EE-95C30A462F68}" dt="2026-06-07T07:10:45.341" v="3276" actId="1038"/>
          <ac:graphicFrameMkLst>
            <pc:docMk/>
            <pc:sldMk cId="1967662467" sldId="1415"/>
            <ac:graphicFrameMk id="3" creationId="{44E15526-DA28-C6EB-B594-DC245048A675}"/>
          </ac:graphicFrameMkLst>
        </pc:graphicFrameChg>
        <pc:graphicFrameChg chg="add del mod">
          <ac:chgData name="Carlos Arocha" userId="f629e0de194f0a22" providerId="LiveId" clId="{AD405B13-70EA-4EAE-91EE-95C30A462F68}" dt="2026-06-12T09:46:37.407" v="18753" actId="21"/>
          <ac:graphicFrameMkLst>
            <pc:docMk/>
            <pc:sldMk cId="1967662467" sldId="1415"/>
            <ac:graphicFrameMk id="10" creationId="{9B28310E-4A69-7D41-B07A-C26BE7055490}"/>
          </ac:graphicFrameMkLst>
        </pc:graphicFrameChg>
      </pc:sldChg>
      <pc:sldChg chg="addSp delSp modSp add mod">
        <pc:chgData name="Carlos Arocha" userId="f629e0de194f0a22" providerId="LiveId" clId="{AD405B13-70EA-4EAE-91EE-95C30A462F68}" dt="2026-06-11T15:19:44.733" v="17056" actId="6549"/>
        <pc:sldMkLst>
          <pc:docMk/>
          <pc:sldMk cId="2360139817" sldId="1421"/>
        </pc:sldMkLst>
        <pc:spChg chg="mod">
          <ac:chgData name="Carlos Arocha" userId="f629e0de194f0a22" providerId="LiveId" clId="{AD405B13-70EA-4EAE-91EE-95C30A462F68}" dt="2026-06-07T07:13:55.749" v="3486" actId="6549"/>
          <ac:spMkLst>
            <pc:docMk/>
            <pc:sldMk cId="2360139817" sldId="1421"/>
            <ac:spMk id="2" creationId="{08A352F7-A6C8-ADF3-ECBE-0A7C19EE9199}"/>
          </ac:spMkLst>
        </pc:spChg>
        <pc:spChg chg="mod">
          <ac:chgData name="Carlos Arocha" userId="f629e0de194f0a22" providerId="LiveId" clId="{AD405B13-70EA-4EAE-91EE-95C30A462F68}" dt="2026-06-08T09:56:20.896" v="13750" actId="20577"/>
          <ac:spMkLst>
            <pc:docMk/>
            <pc:sldMk cId="2360139817" sldId="1421"/>
            <ac:spMk id="6" creationId="{38DBE486-1EE6-8CAA-16C8-00050CC391C5}"/>
          </ac:spMkLst>
        </pc:spChg>
        <pc:spChg chg="mod">
          <ac:chgData name="Carlos Arocha" userId="f629e0de194f0a22" providerId="LiveId" clId="{AD405B13-70EA-4EAE-91EE-95C30A462F68}" dt="2026-06-11T15:19:44.733" v="17056" actId="6549"/>
          <ac:spMkLst>
            <pc:docMk/>
            <pc:sldMk cId="2360139817" sldId="1421"/>
            <ac:spMk id="9" creationId="{5E65D611-981B-4A3A-2D12-C2B5B8ED2F42}"/>
          </ac:spMkLst>
        </pc:spChg>
      </pc:sldChg>
      <pc:sldChg chg="modSp add mod">
        <pc:chgData name="Carlos Arocha" userId="f629e0de194f0a22" providerId="LiveId" clId="{AD405B13-70EA-4EAE-91EE-95C30A462F68}" dt="2026-06-07T07:18:53.159" v="3824" actId="6549"/>
        <pc:sldMkLst>
          <pc:docMk/>
          <pc:sldMk cId="3359719992" sldId="1422"/>
        </pc:sldMkLst>
        <pc:spChg chg="mod">
          <ac:chgData name="Carlos Arocha" userId="f629e0de194f0a22" providerId="LiveId" clId="{AD405B13-70EA-4EAE-91EE-95C30A462F68}" dt="2026-06-07T07:18:53.159" v="3824" actId="6549"/>
          <ac:spMkLst>
            <pc:docMk/>
            <pc:sldMk cId="3359719992" sldId="1422"/>
            <ac:spMk id="2" creationId="{62C241B4-A5B1-2D5E-257A-CE77C6EBAE2D}"/>
          </ac:spMkLst>
        </pc:spChg>
      </pc:sldChg>
      <pc:sldChg chg="addSp delSp modSp add mod">
        <pc:chgData name="Carlos Arocha" userId="f629e0de194f0a22" providerId="LiveId" clId="{AD405B13-70EA-4EAE-91EE-95C30A462F68}" dt="2026-06-08T11:59:25.826" v="14332" actId="14100"/>
        <pc:sldMkLst>
          <pc:docMk/>
          <pc:sldMk cId="1393959245" sldId="1423"/>
        </pc:sldMkLst>
        <pc:spChg chg="mod">
          <ac:chgData name="Carlos Arocha" userId="f629e0de194f0a22" providerId="LiveId" clId="{AD405B13-70EA-4EAE-91EE-95C30A462F68}" dt="2026-06-07T07:20:25.158" v="3911"/>
          <ac:spMkLst>
            <pc:docMk/>
            <pc:sldMk cId="1393959245" sldId="1423"/>
            <ac:spMk id="2" creationId="{DD267094-4E14-E07B-B0CB-17F4D5D06D84}"/>
          </ac:spMkLst>
        </pc:spChg>
        <pc:spChg chg="mod">
          <ac:chgData name="Carlos Arocha" userId="f629e0de194f0a22" providerId="LiveId" clId="{AD405B13-70EA-4EAE-91EE-95C30A462F68}" dt="2026-06-08T09:25:30.714" v="13330" actId="6549"/>
          <ac:spMkLst>
            <pc:docMk/>
            <pc:sldMk cId="1393959245" sldId="1423"/>
            <ac:spMk id="6" creationId="{4F9FEC91-3947-3476-3BAF-38F8AB498551}"/>
          </ac:spMkLst>
        </pc:spChg>
        <pc:spChg chg="mod">
          <ac:chgData name="Carlos Arocha" userId="f629e0de194f0a22" providerId="LiveId" clId="{AD405B13-70EA-4EAE-91EE-95C30A462F68}" dt="2026-06-08T11:53:59.400" v="13757" actId="20577"/>
          <ac:spMkLst>
            <pc:docMk/>
            <pc:sldMk cId="1393959245" sldId="1423"/>
            <ac:spMk id="9" creationId="{54D5D351-5733-740C-951C-6266CA546404}"/>
          </ac:spMkLst>
        </pc:spChg>
        <pc:picChg chg="add mod">
          <ac:chgData name="Carlos Arocha" userId="f629e0de194f0a22" providerId="LiveId" clId="{AD405B13-70EA-4EAE-91EE-95C30A462F68}" dt="2026-06-08T11:59:25.826" v="14332" actId="14100"/>
          <ac:picMkLst>
            <pc:docMk/>
            <pc:sldMk cId="1393959245" sldId="1423"/>
            <ac:picMk id="7" creationId="{F195D902-C2A7-E407-A50D-9CDB94DDB780}"/>
          </ac:picMkLst>
        </pc:picChg>
        <pc:picChg chg="add mod">
          <ac:chgData name="Carlos Arocha" userId="f629e0de194f0a22" providerId="LiveId" clId="{AD405B13-70EA-4EAE-91EE-95C30A462F68}" dt="2026-06-07T10:03:01.996" v="4253" actId="1036"/>
          <ac:picMkLst>
            <pc:docMk/>
            <pc:sldMk cId="1393959245" sldId="1423"/>
            <ac:picMk id="10" creationId="{038E100E-CC00-E50D-E719-7745A26451F9}"/>
          </ac:picMkLst>
        </pc:picChg>
      </pc:sldChg>
      <pc:sldChg chg="addSp delSp modSp add mod">
        <pc:chgData name="Carlos Arocha" userId="f629e0de194f0a22" providerId="LiveId" clId="{AD405B13-70EA-4EAE-91EE-95C30A462F68}" dt="2026-06-08T12:03:10.127" v="14364" actId="20577"/>
        <pc:sldMkLst>
          <pc:docMk/>
          <pc:sldMk cId="2159218474" sldId="1424"/>
        </pc:sldMkLst>
        <pc:spChg chg="mod">
          <ac:chgData name="Carlos Arocha" userId="f629e0de194f0a22" providerId="LiveId" clId="{AD405B13-70EA-4EAE-91EE-95C30A462F68}" dt="2026-06-07T10:08:27.988" v="4307" actId="20577"/>
          <ac:spMkLst>
            <pc:docMk/>
            <pc:sldMk cId="2159218474" sldId="1424"/>
            <ac:spMk id="2" creationId="{7B3B7570-805B-E3FF-0085-6F7E3B9865C0}"/>
          </ac:spMkLst>
        </pc:spChg>
        <pc:spChg chg="mod">
          <ac:chgData name="Carlos Arocha" userId="f629e0de194f0a22" providerId="LiveId" clId="{AD405B13-70EA-4EAE-91EE-95C30A462F68}" dt="2026-06-08T12:03:10.127" v="14364" actId="20577"/>
          <ac:spMkLst>
            <pc:docMk/>
            <pc:sldMk cId="2159218474" sldId="1424"/>
            <ac:spMk id="6" creationId="{D4C87A9A-DA8A-B1FA-3212-81B77BAAA82C}"/>
          </ac:spMkLst>
        </pc:spChg>
        <pc:spChg chg="add del mod">
          <ac:chgData name="Carlos Arocha" userId="f629e0de194f0a22" providerId="LiveId" clId="{AD405B13-70EA-4EAE-91EE-95C30A462F68}" dt="2026-06-07T10:29:55.297" v="4563" actId="27636"/>
          <ac:spMkLst>
            <pc:docMk/>
            <pc:sldMk cId="2159218474" sldId="1424"/>
            <ac:spMk id="9" creationId="{6DCE30B8-9778-1F0A-0F29-6B02A45676BF}"/>
          </ac:spMkLst>
        </pc:spChg>
        <pc:graphicFrameChg chg="add mod modGraphic">
          <ac:chgData name="Carlos Arocha" userId="f629e0de194f0a22" providerId="LiveId" clId="{AD405B13-70EA-4EAE-91EE-95C30A462F68}" dt="2026-06-07T10:39:12.677" v="5149" actId="1037"/>
          <ac:graphicFrameMkLst>
            <pc:docMk/>
            <pc:sldMk cId="2159218474" sldId="1424"/>
            <ac:graphicFrameMk id="16" creationId="{C100969D-0720-BB8F-2B9B-E0C2C4B186FB}"/>
          </ac:graphicFrameMkLst>
        </pc:graphicFrameChg>
        <pc:picChg chg="add mod">
          <ac:chgData name="Carlos Arocha" userId="f629e0de194f0a22" providerId="LiveId" clId="{AD405B13-70EA-4EAE-91EE-95C30A462F68}" dt="2026-06-07T10:39:07.977" v="5134" actId="1037"/>
          <ac:picMkLst>
            <pc:docMk/>
            <pc:sldMk cId="2159218474" sldId="1424"/>
            <ac:picMk id="8" creationId="{562F65DD-2FA1-C63F-9C15-F89DF8235F39}"/>
          </ac:picMkLst>
        </pc:picChg>
        <pc:picChg chg="add mod">
          <ac:chgData name="Carlos Arocha" userId="f629e0de194f0a22" providerId="LiveId" clId="{AD405B13-70EA-4EAE-91EE-95C30A462F68}" dt="2026-06-07T10:39:09.857" v="5145" actId="1037"/>
          <ac:picMkLst>
            <pc:docMk/>
            <pc:sldMk cId="2159218474" sldId="1424"/>
            <ac:picMk id="12" creationId="{76A2DA70-489B-14D9-8A68-DAA143296C48}"/>
          </ac:picMkLst>
        </pc:picChg>
      </pc:sldChg>
      <pc:sldChg chg="modSp add mod">
        <pc:chgData name="Carlos Arocha" userId="f629e0de194f0a22" providerId="LiveId" clId="{AD405B13-70EA-4EAE-91EE-95C30A462F68}" dt="2026-06-07T10:41:12.217" v="5203" actId="20577"/>
        <pc:sldMkLst>
          <pc:docMk/>
          <pc:sldMk cId="1634728029" sldId="1425"/>
        </pc:sldMkLst>
        <pc:spChg chg="mod">
          <ac:chgData name="Carlos Arocha" userId="f629e0de194f0a22" providerId="LiveId" clId="{AD405B13-70EA-4EAE-91EE-95C30A462F68}" dt="2026-06-07T10:41:12.217" v="5203" actId="20577"/>
          <ac:spMkLst>
            <pc:docMk/>
            <pc:sldMk cId="1634728029" sldId="1425"/>
            <ac:spMk id="2" creationId="{1E92F669-925C-A62D-0322-73BF7B70AA22}"/>
          </ac:spMkLst>
        </pc:spChg>
      </pc:sldChg>
      <pc:sldChg chg="addSp delSp modSp add mod">
        <pc:chgData name="Carlos Arocha" userId="f629e0de194f0a22" providerId="LiveId" clId="{AD405B13-70EA-4EAE-91EE-95C30A462F68}" dt="2026-06-08T12:03:20.059" v="14365" actId="20577"/>
        <pc:sldMkLst>
          <pc:docMk/>
          <pc:sldMk cId="3012808727" sldId="1426"/>
        </pc:sldMkLst>
        <pc:spChg chg="mod">
          <ac:chgData name="Carlos Arocha" userId="f629e0de194f0a22" providerId="LiveId" clId="{AD405B13-70EA-4EAE-91EE-95C30A462F68}" dt="2026-06-07T10:42:12.806" v="5242" actId="20577"/>
          <ac:spMkLst>
            <pc:docMk/>
            <pc:sldMk cId="3012808727" sldId="1426"/>
            <ac:spMk id="2" creationId="{C973183D-E820-99F9-AF7D-E9E43F68C43D}"/>
          </ac:spMkLst>
        </pc:spChg>
        <pc:spChg chg="mod">
          <ac:chgData name="Carlos Arocha" userId="f629e0de194f0a22" providerId="LiveId" clId="{AD405B13-70EA-4EAE-91EE-95C30A462F68}" dt="2026-06-08T12:03:20.059" v="14365" actId="20577"/>
          <ac:spMkLst>
            <pc:docMk/>
            <pc:sldMk cId="3012808727" sldId="1426"/>
            <ac:spMk id="6" creationId="{138F6BB2-159F-9E8B-7FA6-8CAF8DD24C7A}"/>
          </ac:spMkLst>
        </pc:spChg>
        <pc:spChg chg="mod">
          <ac:chgData name="Carlos Arocha" userId="f629e0de194f0a22" providerId="LiveId" clId="{AD405B13-70EA-4EAE-91EE-95C30A462F68}" dt="2026-06-07T10:51:51.712" v="5665" actId="6549"/>
          <ac:spMkLst>
            <pc:docMk/>
            <pc:sldMk cId="3012808727" sldId="1426"/>
            <ac:spMk id="9" creationId="{828222ED-1797-74AE-0CDD-18C0B38039E6}"/>
          </ac:spMkLst>
        </pc:spChg>
        <pc:picChg chg="add mod">
          <ac:chgData name="Carlos Arocha" userId="f629e0de194f0a22" providerId="LiveId" clId="{AD405B13-70EA-4EAE-91EE-95C30A462F68}" dt="2026-06-07T10:49:37.129" v="5663" actId="1036"/>
          <ac:picMkLst>
            <pc:docMk/>
            <pc:sldMk cId="3012808727" sldId="1426"/>
            <ac:picMk id="7" creationId="{4F74D655-AAD5-A928-8370-7D63FF350199}"/>
          </ac:picMkLst>
        </pc:picChg>
      </pc:sldChg>
      <pc:sldChg chg="addSp delSp modSp add mod">
        <pc:chgData name="Carlos Arocha" userId="f629e0de194f0a22" providerId="LiveId" clId="{AD405B13-70EA-4EAE-91EE-95C30A462F68}" dt="2026-06-07T11:11:34.814" v="6388" actId="6549"/>
        <pc:sldMkLst>
          <pc:docMk/>
          <pc:sldMk cId="1935670274" sldId="1427"/>
        </pc:sldMkLst>
        <pc:spChg chg="mod">
          <ac:chgData name="Carlos Arocha" userId="f629e0de194f0a22" providerId="LiveId" clId="{AD405B13-70EA-4EAE-91EE-95C30A462F68}" dt="2026-06-07T11:05:48.511" v="6314" actId="21"/>
          <ac:spMkLst>
            <pc:docMk/>
            <pc:sldMk cId="1935670274" sldId="1427"/>
            <ac:spMk id="2" creationId="{677ABF07-7905-BC91-5D1A-95A83D602F5C}"/>
          </ac:spMkLst>
        </pc:spChg>
        <pc:spChg chg="mod">
          <ac:chgData name="Carlos Arocha" userId="f629e0de194f0a22" providerId="LiveId" clId="{AD405B13-70EA-4EAE-91EE-95C30A462F68}" dt="2026-06-07T10:57:53.228" v="5875" actId="20577"/>
          <ac:spMkLst>
            <pc:docMk/>
            <pc:sldMk cId="1935670274" sldId="1427"/>
            <ac:spMk id="6" creationId="{D62462E5-F40A-4BC5-8430-8F51CCB1458A}"/>
          </ac:spMkLst>
        </pc:spChg>
        <pc:graphicFrameChg chg="add mod modGraphic">
          <ac:chgData name="Carlos Arocha" userId="f629e0de194f0a22" providerId="LiveId" clId="{AD405B13-70EA-4EAE-91EE-95C30A462F68}" dt="2026-06-07T11:11:34.814" v="6388" actId="6549"/>
          <ac:graphicFrameMkLst>
            <pc:docMk/>
            <pc:sldMk cId="1935670274" sldId="1427"/>
            <ac:graphicFrameMk id="10" creationId="{10E87BC0-687A-60E4-2317-42B9FB156CBD}"/>
          </ac:graphicFrameMkLst>
        </pc:graphicFrameChg>
      </pc:sldChg>
      <pc:sldChg chg="modSp add mod">
        <pc:chgData name="Carlos Arocha" userId="f629e0de194f0a22" providerId="LiveId" clId="{AD405B13-70EA-4EAE-91EE-95C30A462F68}" dt="2026-06-08T09:06:54.230" v="12423" actId="6549"/>
        <pc:sldMkLst>
          <pc:docMk/>
          <pc:sldMk cId="136619533" sldId="1429"/>
        </pc:sldMkLst>
        <pc:spChg chg="mod">
          <ac:chgData name="Carlos Arocha" userId="f629e0de194f0a22" providerId="LiveId" clId="{AD405B13-70EA-4EAE-91EE-95C30A462F68}" dt="2026-06-08T09:06:54.230" v="12423" actId="6549"/>
          <ac:spMkLst>
            <pc:docMk/>
            <pc:sldMk cId="136619533" sldId="1429"/>
            <ac:spMk id="2" creationId="{3143F27A-33C4-CED1-1058-1E4365A28916}"/>
          </ac:spMkLst>
        </pc:spChg>
      </pc:sldChg>
      <pc:sldChg chg="addSp delSp modSp add mod">
        <pc:chgData name="Carlos Arocha" userId="f629e0de194f0a22" providerId="LiveId" clId="{AD405B13-70EA-4EAE-91EE-95C30A462F68}" dt="2026-06-08T12:29:57.234" v="15617" actId="20577"/>
        <pc:sldMkLst>
          <pc:docMk/>
          <pc:sldMk cId="1326732489" sldId="1430"/>
        </pc:sldMkLst>
        <pc:spChg chg="mod">
          <ac:chgData name="Carlos Arocha" userId="f629e0de194f0a22" providerId="LiveId" clId="{AD405B13-70EA-4EAE-91EE-95C30A462F68}" dt="2026-06-07T13:47:09.178" v="7301" actId="6549"/>
          <ac:spMkLst>
            <pc:docMk/>
            <pc:sldMk cId="1326732489" sldId="1430"/>
            <ac:spMk id="2" creationId="{82693299-B028-6E2A-72BD-366958CD4287}"/>
          </ac:spMkLst>
        </pc:spChg>
        <pc:spChg chg="add mod">
          <ac:chgData name="Carlos Arocha" userId="f629e0de194f0a22" providerId="LiveId" clId="{AD405B13-70EA-4EAE-91EE-95C30A462F68}" dt="2026-06-08T12:29:57.234" v="15617" actId="20577"/>
          <ac:spMkLst>
            <pc:docMk/>
            <pc:sldMk cId="1326732489" sldId="1430"/>
            <ac:spMk id="3" creationId="{24E8B5ED-C72C-1090-583F-5CE96297E1B8}"/>
          </ac:spMkLst>
        </pc:spChg>
        <pc:spChg chg="mod">
          <ac:chgData name="Carlos Arocha" userId="f629e0de194f0a22" providerId="LiveId" clId="{AD405B13-70EA-4EAE-91EE-95C30A462F68}" dt="2026-06-08T12:23:34.459" v="15121" actId="13926"/>
          <ac:spMkLst>
            <pc:docMk/>
            <pc:sldMk cId="1326732489" sldId="1430"/>
            <ac:spMk id="6" creationId="{5F9EEFFE-26CC-56F6-5C9D-8A073CE8E278}"/>
          </ac:spMkLst>
        </pc:spChg>
        <pc:graphicFrameChg chg="mod modGraphic">
          <ac:chgData name="Carlos Arocha" userId="f629e0de194f0a22" providerId="LiveId" clId="{AD405B13-70EA-4EAE-91EE-95C30A462F68}" dt="2026-06-08T12:29:34.330" v="15608" actId="6549"/>
          <ac:graphicFrameMkLst>
            <pc:docMk/>
            <pc:sldMk cId="1326732489" sldId="1430"/>
            <ac:graphicFrameMk id="16" creationId="{C47A0D41-57B2-C257-C0F0-A6B931822CC6}"/>
          </ac:graphicFrameMkLst>
        </pc:graphicFrameChg>
      </pc:sldChg>
      <pc:sldChg chg="addSp delSp modSp add mod">
        <pc:chgData name="Carlos Arocha" userId="f629e0de194f0a22" providerId="LiveId" clId="{AD405B13-70EA-4EAE-91EE-95C30A462F68}" dt="2026-06-08T12:31:53.113" v="15812" actId="1036"/>
        <pc:sldMkLst>
          <pc:docMk/>
          <pc:sldMk cId="323522531" sldId="1431"/>
        </pc:sldMkLst>
        <pc:spChg chg="mod">
          <ac:chgData name="Carlos Arocha" userId="f629e0de194f0a22" providerId="LiveId" clId="{AD405B13-70EA-4EAE-91EE-95C30A462F68}" dt="2026-06-07T14:14:41.635" v="8187" actId="20577"/>
          <ac:spMkLst>
            <pc:docMk/>
            <pc:sldMk cId="323522531" sldId="1431"/>
            <ac:spMk id="2" creationId="{8552483D-5CE3-F333-09BD-12A13959321F}"/>
          </ac:spMkLst>
        </pc:spChg>
        <pc:spChg chg="add mod">
          <ac:chgData name="Carlos Arocha" userId="f629e0de194f0a22" providerId="LiveId" clId="{AD405B13-70EA-4EAE-91EE-95C30A462F68}" dt="2026-06-08T12:31:53.113" v="15812" actId="1036"/>
          <ac:spMkLst>
            <pc:docMk/>
            <pc:sldMk cId="323522531" sldId="1431"/>
            <ac:spMk id="3" creationId="{B787633D-2E42-77DE-6ADD-6D67B5B81400}"/>
          </ac:spMkLst>
        </pc:spChg>
        <pc:spChg chg="mod">
          <ac:chgData name="Carlos Arocha" userId="f629e0de194f0a22" providerId="LiveId" clId="{AD405B13-70EA-4EAE-91EE-95C30A462F68}" dt="2026-06-08T12:31:26.360" v="15761" actId="13926"/>
          <ac:spMkLst>
            <pc:docMk/>
            <pc:sldMk cId="323522531" sldId="1431"/>
            <ac:spMk id="6" creationId="{B38231E1-D022-5353-6E73-E96D729957B6}"/>
          </ac:spMkLst>
        </pc:spChg>
        <pc:graphicFrameChg chg="add mod modGraphic">
          <ac:chgData name="Carlos Arocha" userId="f629e0de194f0a22" providerId="LiveId" clId="{AD405B13-70EA-4EAE-91EE-95C30A462F68}" dt="2026-06-08T12:31:40.605" v="15790" actId="1035"/>
          <ac:graphicFrameMkLst>
            <pc:docMk/>
            <pc:sldMk cId="323522531" sldId="1431"/>
            <ac:graphicFrameMk id="9" creationId="{B77C0F84-53FE-29D2-E980-C0A3BA6177A0}"/>
          </ac:graphicFrameMkLst>
        </pc:graphicFrameChg>
      </pc:sldChg>
      <pc:sldChg chg="addSp delSp modSp add mod">
        <pc:chgData name="Carlos Arocha" userId="f629e0de194f0a22" providerId="LiveId" clId="{AD405B13-70EA-4EAE-91EE-95C30A462F68}" dt="2026-06-08T12:34:56.318" v="16037" actId="13926"/>
        <pc:sldMkLst>
          <pc:docMk/>
          <pc:sldMk cId="1547983126" sldId="1432"/>
        </pc:sldMkLst>
        <pc:spChg chg="mod">
          <ac:chgData name="Carlos Arocha" userId="f629e0de194f0a22" providerId="LiveId" clId="{AD405B13-70EA-4EAE-91EE-95C30A462F68}" dt="2026-06-07T14:36:14.194" v="9775" actId="20577"/>
          <ac:spMkLst>
            <pc:docMk/>
            <pc:sldMk cId="1547983126" sldId="1432"/>
            <ac:spMk id="2" creationId="{E0E9ED56-9E34-4BC3-9D87-6E065FAE4FCF}"/>
          </ac:spMkLst>
        </pc:spChg>
        <pc:spChg chg="mod">
          <ac:chgData name="Carlos Arocha" userId="f629e0de194f0a22" providerId="LiveId" clId="{AD405B13-70EA-4EAE-91EE-95C30A462F68}" dt="2026-06-08T12:34:56.318" v="16037" actId="13926"/>
          <ac:spMkLst>
            <pc:docMk/>
            <pc:sldMk cId="1547983126" sldId="1432"/>
            <ac:spMk id="6" creationId="{A5251FB8-F725-710D-AEF1-12A50D00BA84}"/>
          </ac:spMkLst>
        </pc:spChg>
        <pc:graphicFrameChg chg="mod modGraphic">
          <ac:chgData name="Carlos Arocha" userId="f629e0de194f0a22" providerId="LiveId" clId="{AD405B13-70EA-4EAE-91EE-95C30A462F68}" dt="2026-06-08T05:30:24.184" v="10209"/>
          <ac:graphicFrameMkLst>
            <pc:docMk/>
            <pc:sldMk cId="1547983126" sldId="1432"/>
            <ac:graphicFrameMk id="9" creationId="{02C062A4-1C0D-AD11-F010-DF64D77D1AC4}"/>
          </ac:graphicFrameMkLst>
        </pc:graphicFrameChg>
        <pc:graphicFrameChg chg="add mod modGraphic">
          <ac:chgData name="Carlos Arocha" userId="f629e0de194f0a22" providerId="LiveId" clId="{AD405B13-70EA-4EAE-91EE-95C30A462F68}" dt="2026-06-07T14:35:54.826" v="9760" actId="12"/>
          <ac:graphicFrameMkLst>
            <pc:docMk/>
            <pc:sldMk cId="1547983126" sldId="1432"/>
            <ac:graphicFrameMk id="10" creationId="{2F6F681A-50D4-CB14-BF58-4BAE61307AAF}"/>
          </ac:graphicFrameMkLst>
        </pc:graphicFrameChg>
      </pc:sldChg>
      <pc:sldChg chg="addSp delSp modSp add mod ord">
        <pc:chgData name="Carlos Arocha" userId="f629e0de194f0a22" providerId="LiveId" clId="{AD405B13-70EA-4EAE-91EE-95C30A462F68}" dt="2026-06-08T12:04:22.373" v="14400" actId="1076"/>
        <pc:sldMkLst>
          <pc:docMk/>
          <pc:sldMk cId="2987753962" sldId="1433"/>
        </pc:sldMkLst>
        <pc:spChg chg="mod">
          <ac:chgData name="Carlos Arocha" userId="f629e0de194f0a22" providerId="LiveId" clId="{AD405B13-70EA-4EAE-91EE-95C30A462F68}" dt="2026-06-08T05:01:39.626" v="10171" actId="20577"/>
          <ac:spMkLst>
            <pc:docMk/>
            <pc:sldMk cId="2987753962" sldId="1433"/>
            <ac:spMk id="2" creationId="{56E64EA7-0C8B-F529-AFEE-90399D4B10D0}"/>
          </ac:spMkLst>
        </pc:spChg>
        <pc:spChg chg="mod">
          <ac:chgData name="Carlos Arocha" userId="f629e0de194f0a22" providerId="LiveId" clId="{AD405B13-70EA-4EAE-91EE-95C30A462F68}" dt="2026-06-08T12:04:07.213" v="14367" actId="20577"/>
          <ac:spMkLst>
            <pc:docMk/>
            <pc:sldMk cId="2987753962" sldId="1433"/>
            <ac:spMk id="6" creationId="{0820213C-CB4C-8C0A-C7F7-83792D81981D}"/>
          </ac:spMkLst>
        </pc:spChg>
        <pc:picChg chg="add mod">
          <ac:chgData name="Carlos Arocha" userId="f629e0de194f0a22" providerId="LiveId" clId="{AD405B13-70EA-4EAE-91EE-95C30A462F68}" dt="2026-06-08T12:04:22.373" v="14400" actId="1076"/>
          <ac:picMkLst>
            <pc:docMk/>
            <pc:sldMk cId="2987753962" sldId="1433"/>
            <ac:picMk id="13" creationId="{77265B48-0E99-461C-2E7E-8D7608814E7F}"/>
          </ac:picMkLst>
        </pc:picChg>
      </pc:sldChg>
      <pc:sldChg chg="addSp delSp modSp add mod">
        <pc:chgData name="Carlos Arocha" userId="f629e0de194f0a22" providerId="LiveId" clId="{AD405B13-70EA-4EAE-91EE-95C30A462F68}" dt="2026-06-08T12:03:24.424" v="14366" actId="20577"/>
        <pc:sldMkLst>
          <pc:docMk/>
          <pc:sldMk cId="2976279203" sldId="1435"/>
        </pc:sldMkLst>
        <pc:spChg chg="mod">
          <ac:chgData name="Carlos Arocha" userId="f629e0de194f0a22" providerId="LiveId" clId="{AD405B13-70EA-4EAE-91EE-95C30A462F68}" dt="2026-06-08T06:13:54.426" v="10229" actId="6549"/>
          <ac:spMkLst>
            <pc:docMk/>
            <pc:sldMk cId="2976279203" sldId="1435"/>
            <ac:spMk id="2" creationId="{F714E7DA-FACB-E114-1B4E-9570C3348473}"/>
          </ac:spMkLst>
        </pc:spChg>
        <pc:spChg chg="mod">
          <ac:chgData name="Carlos Arocha" userId="f629e0de194f0a22" providerId="LiveId" clId="{AD405B13-70EA-4EAE-91EE-95C30A462F68}" dt="2026-06-08T12:03:24.424" v="14366" actId="20577"/>
          <ac:spMkLst>
            <pc:docMk/>
            <pc:sldMk cId="2976279203" sldId="1435"/>
            <ac:spMk id="6" creationId="{F841FC76-F5CF-E01D-6379-57D20EF2AC05}"/>
          </ac:spMkLst>
        </pc:spChg>
        <pc:spChg chg="mod">
          <ac:chgData name="Carlos Arocha" userId="f629e0de194f0a22" providerId="LiveId" clId="{AD405B13-70EA-4EAE-91EE-95C30A462F68}" dt="2026-06-08T09:35:01.440" v="13731" actId="6549"/>
          <ac:spMkLst>
            <pc:docMk/>
            <pc:sldMk cId="2976279203" sldId="1435"/>
            <ac:spMk id="9" creationId="{2CF0ABFB-1F84-2413-461A-72307DD8CFCA}"/>
          </ac:spMkLst>
        </pc:spChg>
        <pc:spChg chg="add mod">
          <ac:chgData name="Carlos Arocha" userId="f629e0de194f0a22" providerId="LiveId" clId="{AD405B13-70EA-4EAE-91EE-95C30A462F68}" dt="2026-06-08T11:58:53.874" v="14331" actId="6549"/>
          <ac:spMkLst>
            <pc:docMk/>
            <pc:sldMk cId="2976279203" sldId="1435"/>
            <ac:spMk id="13" creationId="{03956A08-2CF7-DAEB-8586-ACCE77E7C24C}"/>
          </ac:spMkLst>
        </pc:spChg>
        <pc:picChg chg="add mod">
          <ac:chgData name="Carlos Arocha" userId="f629e0de194f0a22" providerId="LiveId" clId="{AD405B13-70EA-4EAE-91EE-95C30A462F68}" dt="2026-06-08T12:00:14.213" v="14359" actId="1037"/>
          <ac:picMkLst>
            <pc:docMk/>
            <pc:sldMk cId="2976279203" sldId="1435"/>
            <ac:picMk id="7" creationId="{174BE8E3-8A52-B537-1434-A77D2D61CA25}"/>
          </ac:picMkLst>
        </pc:picChg>
        <pc:picChg chg="add mod">
          <ac:chgData name="Carlos Arocha" userId="f629e0de194f0a22" providerId="LiveId" clId="{AD405B13-70EA-4EAE-91EE-95C30A462F68}" dt="2026-06-08T06:14:45.736" v="10257" actId="1037"/>
          <ac:picMkLst>
            <pc:docMk/>
            <pc:sldMk cId="2976279203" sldId="1435"/>
            <ac:picMk id="8" creationId="{9D4FC598-7F59-BD4F-EECC-1F491BBE6BBB}"/>
          </ac:picMkLst>
        </pc:picChg>
      </pc:sldChg>
      <pc:sldChg chg="addSp delSp modSp add mod">
        <pc:chgData name="Carlos Arocha" userId="f629e0de194f0a22" providerId="LiveId" clId="{AD405B13-70EA-4EAE-91EE-95C30A462F68}" dt="2026-06-08T12:19:30.523" v="14976" actId="20577"/>
        <pc:sldMkLst>
          <pc:docMk/>
          <pc:sldMk cId="1820163670" sldId="1436"/>
        </pc:sldMkLst>
        <pc:spChg chg="mod">
          <ac:chgData name="Carlos Arocha" userId="f629e0de194f0a22" providerId="LiveId" clId="{AD405B13-70EA-4EAE-91EE-95C30A462F68}" dt="2026-06-08T12:05:42.084" v="14401" actId="20577"/>
          <ac:spMkLst>
            <pc:docMk/>
            <pc:sldMk cId="1820163670" sldId="1436"/>
            <ac:spMk id="2" creationId="{4825474E-F69C-BF9B-6125-143274D2B40E}"/>
          </ac:spMkLst>
        </pc:spChg>
        <pc:spChg chg="mod">
          <ac:chgData name="Carlos Arocha" userId="f629e0de194f0a22" providerId="LiveId" clId="{AD405B13-70EA-4EAE-91EE-95C30A462F68}" dt="2026-06-08T12:19:30.523" v="14976" actId="20577"/>
          <ac:spMkLst>
            <pc:docMk/>
            <pc:sldMk cId="1820163670" sldId="1436"/>
            <ac:spMk id="6" creationId="{0E0234E4-AF2D-6F14-0FB7-241DE1613EE1}"/>
          </ac:spMkLst>
        </pc:spChg>
        <pc:spChg chg="mod">
          <ac:chgData name="Carlos Arocha" userId="f629e0de194f0a22" providerId="LiveId" clId="{AD405B13-70EA-4EAE-91EE-95C30A462F68}" dt="2026-06-08T12:19:01.369" v="14972" actId="20577"/>
          <ac:spMkLst>
            <pc:docMk/>
            <pc:sldMk cId="1820163670" sldId="1436"/>
            <ac:spMk id="9" creationId="{665151E9-92F0-3A17-7B1D-E565988C3430}"/>
          </ac:spMkLst>
        </pc:spChg>
        <pc:graphicFrameChg chg="modGraphic">
          <ac:chgData name="Carlos Arocha" userId="f629e0de194f0a22" providerId="LiveId" clId="{AD405B13-70EA-4EAE-91EE-95C30A462F68}" dt="2026-06-08T06:38:37.838" v="10412" actId="6549"/>
          <ac:graphicFrameMkLst>
            <pc:docMk/>
            <pc:sldMk cId="1820163670" sldId="1436"/>
            <ac:graphicFrameMk id="16" creationId="{EB3D8B02-7925-B7DF-4E42-01BEC260059E}"/>
          </ac:graphicFrameMkLst>
        </pc:graphicFrameChg>
        <pc:picChg chg="add mod">
          <ac:chgData name="Carlos Arocha" userId="f629e0de194f0a22" providerId="LiveId" clId="{AD405B13-70EA-4EAE-91EE-95C30A462F68}" dt="2026-06-08T12:17:40.415" v="14888" actId="1036"/>
          <ac:picMkLst>
            <pc:docMk/>
            <pc:sldMk cId="1820163670" sldId="1436"/>
            <ac:picMk id="7" creationId="{AB00453C-1F8E-E536-BD72-FC3BD0A49F73}"/>
          </ac:picMkLst>
        </pc:picChg>
        <pc:picChg chg="add mod">
          <ac:chgData name="Carlos Arocha" userId="f629e0de194f0a22" providerId="LiveId" clId="{AD405B13-70EA-4EAE-91EE-95C30A462F68}" dt="2026-06-08T12:17:40.415" v="14888" actId="1036"/>
          <ac:picMkLst>
            <pc:docMk/>
            <pc:sldMk cId="1820163670" sldId="1436"/>
            <ac:picMk id="11" creationId="{E2AA1E3E-B20B-5B03-3FBB-5C5132540FA9}"/>
          </ac:picMkLst>
        </pc:picChg>
      </pc:sldChg>
      <pc:sldChg chg="modSp add mod">
        <pc:chgData name="Carlos Arocha" userId="f629e0de194f0a22" providerId="LiveId" clId="{AD405B13-70EA-4EAE-91EE-95C30A462F68}" dt="2026-06-08T12:33:21.445" v="15936" actId="1036"/>
        <pc:sldMkLst>
          <pc:docMk/>
          <pc:sldMk cId="4262843595" sldId="1437"/>
        </pc:sldMkLst>
        <pc:spChg chg="mod">
          <ac:chgData name="Carlos Arocha" userId="f629e0de194f0a22" providerId="LiveId" clId="{AD405B13-70EA-4EAE-91EE-95C30A462F68}" dt="2026-06-08T06:51:00.136" v="10442" actId="20577"/>
          <ac:spMkLst>
            <pc:docMk/>
            <pc:sldMk cId="4262843595" sldId="1437"/>
            <ac:spMk id="2" creationId="{4BCC0E50-A04F-A7A3-7EDB-A38208374446}"/>
          </ac:spMkLst>
        </pc:spChg>
        <pc:spChg chg="mod">
          <ac:chgData name="Carlos Arocha" userId="f629e0de194f0a22" providerId="LiveId" clId="{AD405B13-70EA-4EAE-91EE-95C30A462F68}" dt="2026-06-08T12:33:15.778" v="15928" actId="20577"/>
          <ac:spMkLst>
            <pc:docMk/>
            <pc:sldMk cId="4262843595" sldId="1437"/>
            <ac:spMk id="6" creationId="{84DD9AD0-9F67-9952-CFD6-E63145F581DE}"/>
          </ac:spMkLst>
        </pc:spChg>
        <pc:graphicFrameChg chg="mod modGraphic">
          <ac:chgData name="Carlos Arocha" userId="f629e0de194f0a22" providerId="LiveId" clId="{AD405B13-70EA-4EAE-91EE-95C30A462F68}" dt="2026-06-08T12:33:21.445" v="15936" actId="1036"/>
          <ac:graphicFrameMkLst>
            <pc:docMk/>
            <pc:sldMk cId="4262843595" sldId="1437"/>
            <ac:graphicFrameMk id="16" creationId="{0E3D82EB-19D5-7047-7280-E9EE64CD7F1D}"/>
          </ac:graphicFrameMkLst>
        </pc:graphicFrameChg>
      </pc:sldChg>
      <pc:sldChg chg="addSp delSp modSp new mod ord modClrScheme chgLayout">
        <pc:chgData name="Carlos Arocha" userId="f629e0de194f0a22" providerId="LiveId" clId="{AD405B13-70EA-4EAE-91EE-95C30A462F68}" dt="2026-06-08T13:39:33.178" v="16927" actId="1036"/>
        <pc:sldMkLst>
          <pc:docMk/>
          <pc:sldMk cId="3110399472" sldId="1438"/>
        </pc:sldMkLst>
        <pc:spChg chg="mod ord">
          <ac:chgData name="Carlos Arocha" userId="f629e0de194f0a22" providerId="LiveId" clId="{AD405B13-70EA-4EAE-91EE-95C30A462F68}" dt="2026-06-08T12:39:11.526" v="16136" actId="700"/>
          <ac:spMkLst>
            <pc:docMk/>
            <pc:sldMk cId="3110399472" sldId="1438"/>
            <ac:spMk id="2" creationId="{D4CE71BB-3342-51FA-9B89-2F66CAD29039}"/>
          </ac:spMkLst>
        </pc:spChg>
        <pc:spChg chg="mod ord">
          <ac:chgData name="Carlos Arocha" userId="f629e0de194f0a22" providerId="LiveId" clId="{AD405B13-70EA-4EAE-91EE-95C30A462F68}" dt="2026-06-08T12:40:52.284" v="16215" actId="1035"/>
          <ac:spMkLst>
            <pc:docMk/>
            <pc:sldMk cId="3110399472" sldId="1438"/>
            <ac:spMk id="3" creationId="{CC5D2D7A-FFAB-77F8-AF67-8FBE5DAABB21}"/>
          </ac:spMkLst>
        </pc:spChg>
        <pc:spChg chg="mod ord">
          <ac:chgData name="Carlos Arocha" userId="f629e0de194f0a22" providerId="LiveId" clId="{AD405B13-70EA-4EAE-91EE-95C30A462F68}" dt="2026-06-08T12:39:11.526" v="16136" actId="700"/>
          <ac:spMkLst>
            <pc:docMk/>
            <pc:sldMk cId="3110399472" sldId="1438"/>
            <ac:spMk id="4" creationId="{13C872C4-0671-9927-4D89-2C8A362B9269}"/>
          </ac:spMkLst>
        </pc:spChg>
        <pc:spChg chg="mod ord">
          <ac:chgData name="Carlos Arocha" userId="f629e0de194f0a22" providerId="LiveId" clId="{AD405B13-70EA-4EAE-91EE-95C30A462F68}" dt="2026-06-08T12:39:11.526" v="16136" actId="700"/>
          <ac:spMkLst>
            <pc:docMk/>
            <pc:sldMk cId="3110399472" sldId="1438"/>
            <ac:spMk id="5" creationId="{4D5F5C3C-C484-9380-80BB-FDB57B76121B}"/>
          </ac:spMkLst>
        </pc:spChg>
        <pc:spChg chg="add mod">
          <ac:chgData name="Carlos Arocha" userId="f629e0de194f0a22" providerId="LiveId" clId="{AD405B13-70EA-4EAE-91EE-95C30A462F68}" dt="2026-06-08T12:41:12.266" v="16216" actId="6549"/>
          <ac:spMkLst>
            <pc:docMk/>
            <pc:sldMk cId="3110399472" sldId="1438"/>
            <ac:spMk id="6" creationId="{916F7095-2EA4-AA20-98FA-49AB02F42A54}"/>
          </ac:spMkLst>
        </pc:spChg>
        <pc:spChg chg="add mod ord">
          <ac:chgData name="Carlos Arocha" userId="f629e0de194f0a22" providerId="LiveId" clId="{AD405B13-70EA-4EAE-91EE-95C30A462F68}" dt="2026-06-08T12:40:52.284" v="16215" actId="1035"/>
          <ac:spMkLst>
            <pc:docMk/>
            <pc:sldMk cId="3110399472" sldId="1438"/>
            <ac:spMk id="9" creationId="{57E2C52B-3AD6-D949-4CC7-8ADDA46A1216}"/>
          </ac:spMkLst>
        </pc:spChg>
        <pc:spChg chg="add mod">
          <ac:chgData name="Carlos Arocha" userId="f629e0de194f0a22" providerId="LiveId" clId="{AD405B13-70EA-4EAE-91EE-95C30A462F68}" dt="2026-06-08T13:39:33.178" v="16927" actId="1036"/>
          <ac:spMkLst>
            <pc:docMk/>
            <pc:sldMk cId="3110399472" sldId="1438"/>
            <ac:spMk id="11" creationId="{7ABEDB3E-29DB-B3FA-4365-1C4555C765B0}"/>
          </ac:spMkLst>
        </pc:spChg>
      </pc:sldChg>
      <pc:sldChg chg="modSp add mod">
        <pc:chgData name="Carlos Arocha" userId="f629e0de194f0a22" providerId="LiveId" clId="{AD405B13-70EA-4EAE-91EE-95C30A462F68}" dt="2026-06-08T12:48:13.345" v="16270" actId="20577"/>
        <pc:sldMkLst>
          <pc:docMk/>
          <pc:sldMk cId="1675627955" sldId="1439"/>
        </pc:sldMkLst>
        <pc:spChg chg="mod">
          <ac:chgData name="Carlos Arocha" userId="f629e0de194f0a22" providerId="LiveId" clId="{AD405B13-70EA-4EAE-91EE-95C30A462F68}" dt="2026-06-08T12:48:13.345" v="16270" actId="20577"/>
          <ac:spMkLst>
            <pc:docMk/>
            <pc:sldMk cId="1675627955" sldId="1439"/>
            <ac:spMk id="2" creationId="{F6466502-AFA1-0477-2543-E830ECA8961D}"/>
          </ac:spMkLst>
        </pc:spChg>
      </pc:sldChg>
      <pc:sldChg chg="modSp new mod">
        <pc:chgData name="Carlos Arocha" userId="f629e0de194f0a22" providerId="LiveId" clId="{AD405B13-70EA-4EAE-91EE-95C30A462F68}" dt="2026-06-11T15:20:12.772" v="17057" actId="404"/>
        <pc:sldMkLst>
          <pc:docMk/>
          <pc:sldMk cId="3818894164" sldId="1440"/>
        </pc:sldMkLst>
        <pc:spChg chg="mod">
          <ac:chgData name="Carlos Arocha" userId="f629e0de194f0a22" providerId="LiveId" clId="{AD405B13-70EA-4EAE-91EE-95C30A462F68}" dt="2026-06-08T12:48:32.060" v="16289" actId="20577"/>
          <ac:spMkLst>
            <pc:docMk/>
            <pc:sldMk cId="3818894164" sldId="1440"/>
            <ac:spMk id="2" creationId="{DCD0873E-7994-B2E1-879D-6B0482DF7DDC}"/>
          </ac:spMkLst>
        </pc:spChg>
        <pc:spChg chg="mod">
          <ac:chgData name="Carlos Arocha" userId="f629e0de194f0a22" providerId="LiveId" clId="{AD405B13-70EA-4EAE-91EE-95C30A462F68}" dt="2026-06-11T15:20:12.772" v="17057" actId="404"/>
          <ac:spMkLst>
            <pc:docMk/>
            <pc:sldMk cId="3818894164" sldId="1440"/>
            <ac:spMk id="3" creationId="{A5372CB4-085E-D548-754F-ED26731F378A}"/>
          </ac:spMkLst>
        </pc:spChg>
      </pc:sldChg>
      <pc:sldChg chg="addSp delSp modSp add mod">
        <pc:chgData name="Carlos Arocha" userId="f629e0de194f0a22" providerId="LiveId" clId="{AD405B13-70EA-4EAE-91EE-95C30A462F68}" dt="2026-06-08T12:54:35.459" v="16546" actId="20577"/>
        <pc:sldMkLst>
          <pc:docMk/>
          <pc:sldMk cId="3572184778" sldId="1441"/>
        </pc:sldMkLst>
        <pc:spChg chg="mod">
          <ac:chgData name="Carlos Arocha" userId="f629e0de194f0a22" providerId="LiveId" clId="{AD405B13-70EA-4EAE-91EE-95C30A462F68}" dt="2026-06-08T12:53:26.735" v="16473" actId="20577"/>
          <ac:spMkLst>
            <pc:docMk/>
            <pc:sldMk cId="3572184778" sldId="1441"/>
            <ac:spMk id="2" creationId="{DA7E5FE6-72FA-981B-1521-3B0BA51D3C03}"/>
          </ac:spMkLst>
        </pc:spChg>
        <pc:spChg chg="add mod">
          <ac:chgData name="Carlos Arocha" userId="f629e0de194f0a22" providerId="LiveId" clId="{AD405B13-70EA-4EAE-91EE-95C30A462F68}" dt="2026-06-08T12:54:35.459" v="16546" actId="20577"/>
          <ac:spMkLst>
            <pc:docMk/>
            <pc:sldMk cId="3572184778" sldId="1441"/>
            <ac:spMk id="7" creationId="{E3A301B8-E90E-D9A1-8E02-C5906716AF70}"/>
          </ac:spMkLst>
        </pc:spChg>
      </pc:sldChg>
      <pc:sldChg chg="addSp delSp modSp add mod">
        <pc:chgData name="Carlos Arocha" userId="f629e0de194f0a22" providerId="LiveId" clId="{AD405B13-70EA-4EAE-91EE-95C30A462F68}" dt="2026-06-08T13:34:25.638" v="16785" actId="1076"/>
        <pc:sldMkLst>
          <pc:docMk/>
          <pc:sldMk cId="1699966191" sldId="1442"/>
        </pc:sldMkLst>
        <pc:spChg chg="mod">
          <ac:chgData name="Carlos Arocha" userId="f629e0de194f0a22" providerId="LiveId" clId="{AD405B13-70EA-4EAE-91EE-95C30A462F68}" dt="2026-06-08T12:56:15.196" v="16627" actId="6549"/>
          <ac:spMkLst>
            <pc:docMk/>
            <pc:sldMk cId="1699966191" sldId="1442"/>
            <ac:spMk id="2" creationId="{5B83BEA1-2A09-8BBA-D277-EDAF1BC74F4D}"/>
          </ac:spMkLst>
        </pc:spChg>
        <pc:spChg chg="add mod">
          <ac:chgData name="Carlos Arocha" userId="f629e0de194f0a22" providerId="LiveId" clId="{AD405B13-70EA-4EAE-91EE-95C30A462F68}" dt="2026-06-08T12:56:54.542" v="16710" actId="20577"/>
          <ac:spMkLst>
            <pc:docMk/>
            <pc:sldMk cId="1699966191" sldId="1442"/>
            <ac:spMk id="6" creationId="{399835B1-7815-EFDE-E8EF-9B5FB0974788}"/>
          </ac:spMkLst>
        </pc:spChg>
        <pc:picChg chg="add mod">
          <ac:chgData name="Carlos Arocha" userId="f629e0de194f0a22" providerId="LiveId" clId="{AD405B13-70EA-4EAE-91EE-95C30A462F68}" dt="2026-06-08T13:34:25.638" v="16785" actId="1076"/>
          <ac:picMkLst>
            <pc:docMk/>
            <pc:sldMk cId="1699966191" sldId="1442"/>
            <ac:picMk id="9" creationId="{9AFE0C89-C873-BAF9-9FF9-3BFA470DB0B6}"/>
          </ac:picMkLst>
        </pc:picChg>
      </pc:sldChg>
      <pc:sldChg chg="addSp delSp modSp new mod">
        <pc:chgData name="Carlos Arocha" userId="f629e0de194f0a22" providerId="LiveId" clId="{AD405B13-70EA-4EAE-91EE-95C30A462F68}" dt="2026-06-11T16:03:48.233" v="18747" actId="6549"/>
        <pc:sldMkLst>
          <pc:docMk/>
          <pc:sldMk cId="4136321138" sldId="1443"/>
        </pc:sldMkLst>
        <pc:spChg chg="mod">
          <ac:chgData name="Carlos Arocha" userId="f629e0de194f0a22" providerId="LiveId" clId="{AD405B13-70EA-4EAE-91EE-95C30A462F68}" dt="2026-06-11T15:25:09.101" v="17082" actId="20577"/>
          <ac:spMkLst>
            <pc:docMk/>
            <pc:sldMk cId="4136321138" sldId="1443"/>
            <ac:spMk id="2" creationId="{9332E95A-1969-D4B5-5C95-B8BC704EE381}"/>
          </ac:spMkLst>
        </pc:spChg>
        <pc:spChg chg="mod">
          <ac:chgData name="Carlos Arocha" userId="f629e0de194f0a22" providerId="LiveId" clId="{AD405B13-70EA-4EAE-91EE-95C30A462F68}" dt="2026-06-11T16:03:48.233" v="18747" actId="6549"/>
          <ac:spMkLst>
            <pc:docMk/>
            <pc:sldMk cId="4136321138" sldId="1443"/>
            <ac:spMk id="3" creationId="{757CAA24-EE74-9ED8-C4DE-D8C438CEC049}"/>
          </ac:spMkLst>
        </pc:spChg>
        <pc:spChg chg="add">
          <ac:chgData name="Carlos Arocha" userId="f629e0de194f0a22" providerId="LiveId" clId="{AD405B13-70EA-4EAE-91EE-95C30A462F68}" dt="2026-06-11T15:26:26.489" v="17226"/>
          <ac:spMkLst>
            <pc:docMk/>
            <pc:sldMk cId="4136321138" sldId="1443"/>
            <ac:spMk id="6" creationId="{54D2FD2B-6B19-6BDE-9654-868E6AFC9C31}"/>
          </ac:spMkLst>
        </pc:spChg>
        <pc:spChg chg="add del mod">
          <ac:chgData name="Carlos Arocha" userId="f629e0de194f0a22" providerId="LiveId" clId="{AD405B13-70EA-4EAE-91EE-95C30A462F68}" dt="2026-06-11T15:26:53.206" v="17232" actId="478"/>
          <ac:spMkLst>
            <pc:docMk/>
            <pc:sldMk cId="4136321138" sldId="1443"/>
            <ac:spMk id="7" creationId="{51313D51-5F13-FFB1-5B2D-820CED005EFC}"/>
          </ac:spMkLst>
        </pc:spChg>
        <pc:spChg chg="add">
          <ac:chgData name="Carlos Arocha" userId="f629e0de194f0a22" providerId="LiveId" clId="{AD405B13-70EA-4EAE-91EE-95C30A462F68}" dt="2026-06-11T15:39:31.852" v="17967"/>
          <ac:spMkLst>
            <pc:docMk/>
            <pc:sldMk cId="4136321138" sldId="1443"/>
            <ac:spMk id="8" creationId="{0BD4D956-3867-5E3A-F346-D1C1960E38AC}"/>
          </ac:spMkLst>
        </pc:spChg>
      </pc:sldChg>
      <pc:sldChg chg="modSp add mod">
        <pc:chgData name="Carlos Arocha" userId="f629e0de194f0a22" providerId="LiveId" clId="{AD405B13-70EA-4EAE-91EE-95C30A462F68}" dt="2026-06-11T16:04:26.952" v="18748" actId="403"/>
        <pc:sldMkLst>
          <pc:docMk/>
          <pc:sldMk cId="205236141" sldId="1444"/>
        </pc:sldMkLst>
        <pc:spChg chg="mod">
          <ac:chgData name="Carlos Arocha" userId="f629e0de194f0a22" providerId="LiveId" clId="{AD405B13-70EA-4EAE-91EE-95C30A462F68}" dt="2026-06-11T15:52:17.624" v="18578" actId="20577"/>
          <ac:spMkLst>
            <pc:docMk/>
            <pc:sldMk cId="205236141" sldId="1444"/>
            <ac:spMk id="2" creationId="{E5A43D98-F1BF-B9F2-7B55-3E7B56C952E2}"/>
          </ac:spMkLst>
        </pc:spChg>
        <pc:spChg chg="mod">
          <ac:chgData name="Carlos Arocha" userId="f629e0de194f0a22" providerId="LiveId" clId="{AD405B13-70EA-4EAE-91EE-95C30A462F68}" dt="2026-06-11T16:04:26.952" v="18748" actId="403"/>
          <ac:spMkLst>
            <pc:docMk/>
            <pc:sldMk cId="205236141" sldId="1444"/>
            <ac:spMk id="3" creationId="{DC61F538-A224-2811-BAD7-FCDF777FC5E5}"/>
          </ac:spMkLst>
        </pc:spChg>
      </pc:sldChg>
      <pc:sldMasterChg chg="delSldLayout modSldLayout">
        <pc:chgData name="Carlos Arocha" userId="f629e0de194f0a22" providerId="LiveId" clId="{AD405B13-70EA-4EAE-91EE-95C30A462F68}" dt="2026-06-08T13:34:47.433" v="16786" actId="47"/>
        <pc:sldMasterMkLst>
          <pc:docMk/>
          <pc:sldMasterMk cId="4166569594" sldId="2147483672"/>
        </pc:sldMasterMkLst>
        <pc:sldLayoutChg chg="addSp delSp modSp mod">
          <pc:chgData name="Carlos Arocha" userId="f629e0de194f0a22" providerId="LiveId" clId="{AD405B13-70EA-4EAE-91EE-95C30A462F68}" dt="2026-06-05T08:42:03.907" v="291" actId="931"/>
          <pc:sldLayoutMkLst>
            <pc:docMk/>
            <pc:sldMasterMk cId="4166569594" sldId="2147483672"/>
            <pc:sldLayoutMk cId="1071359656" sldId="2147483684"/>
          </pc:sldLayoutMkLst>
          <pc:picChg chg="add mod">
            <ac:chgData name="Carlos Arocha" userId="f629e0de194f0a22" providerId="LiveId" clId="{AD405B13-70EA-4EAE-91EE-95C30A462F68}" dt="2026-06-05T08:42:03.907" v="291" actId="931"/>
            <ac:picMkLst>
              <pc:docMk/>
              <pc:sldMasterMk cId="4166569594" sldId="2147483672"/>
              <pc:sldLayoutMk cId="1071359656" sldId="2147483684"/>
              <ac:picMk id="16" creationId="{2A479422-EBC9-4F0D-FAAD-FA04DC3D0F37}"/>
            </ac:picMkLst>
          </pc:picChg>
        </pc:sldLayoutChg>
      </pc:sldMasterChg>
    </pc:docChg>
  </pc:docChgLst>
  <pc:docChgLst>
    <pc:chgData name="Carlos Arocha" userId="f629e0de194f0a22" providerId="LiveId" clId="{6AE039A0-DFB9-41F0-95AD-9B8C7954FF2A}"/>
    <pc:docChg chg="modSld">
      <pc:chgData name="Carlos Arocha" userId="f629e0de194f0a22" providerId="LiveId" clId="{6AE039A0-DFB9-41F0-95AD-9B8C7954FF2A}" dt="2026-06-09T07:35:50.539" v="10" actId="6549"/>
      <pc:docMkLst>
        <pc:docMk/>
      </pc:docMkLst>
      <pc:sldChg chg="modSp mod">
        <pc:chgData name="Carlos Arocha" userId="f629e0de194f0a22" providerId="LiveId" clId="{6AE039A0-DFB9-41F0-95AD-9B8C7954FF2A}" dt="2026-06-09T07:23:14.255" v="0" actId="1036"/>
        <pc:sldMkLst>
          <pc:docMk/>
          <pc:sldMk cId="1967662467" sldId="1415"/>
        </pc:sldMkLst>
        <pc:graphicFrameChg chg="mod">
          <ac:chgData name="Carlos Arocha" userId="f629e0de194f0a22" providerId="LiveId" clId="{6AE039A0-DFB9-41F0-95AD-9B8C7954FF2A}" dt="2026-06-09T07:23:14.255" v="0" actId="1036"/>
          <ac:graphicFrameMkLst>
            <pc:docMk/>
            <pc:sldMk cId="1967662467" sldId="1415"/>
            <ac:graphicFrameMk id="3" creationId="{44E15526-DA28-C6EB-B594-DC245048A675}"/>
          </ac:graphicFrameMkLst>
        </pc:graphicFrameChg>
      </pc:sldChg>
      <pc:sldChg chg="modSp mod">
        <pc:chgData name="Carlos Arocha" userId="f629e0de194f0a22" providerId="LiveId" clId="{6AE039A0-DFB9-41F0-95AD-9B8C7954FF2A}" dt="2026-06-09T07:35:50.539" v="10" actId="6549"/>
        <pc:sldMkLst>
          <pc:docMk/>
          <pc:sldMk cId="1393959245" sldId="1423"/>
        </pc:sldMkLst>
        <pc:spChg chg="mod">
          <ac:chgData name="Carlos Arocha" userId="f629e0de194f0a22" providerId="LiveId" clId="{6AE039A0-DFB9-41F0-95AD-9B8C7954FF2A}" dt="2026-06-09T07:35:50.539" v="10" actId="6549"/>
          <ac:spMkLst>
            <pc:docMk/>
            <pc:sldMk cId="1393959245" sldId="1423"/>
            <ac:spMk id="2" creationId="{DD267094-4E14-E07B-B0CB-17F4D5D06D84}"/>
          </ac:spMkLst>
        </pc:spChg>
        <pc:spChg chg="mod">
          <ac:chgData name="Carlos Arocha" userId="f629e0de194f0a22" providerId="LiveId" clId="{6AE039A0-DFB9-41F0-95AD-9B8C7954FF2A}" dt="2026-06-09T07:34:07.056" v="1" actId="20577"/>
          <ac:spMkLst>
            <pc:docMk/>
            <pc:sldMk cId="1393959245" sldId="1423"/>
            <ac:spMk id="9" creationId="{54D5D351-5733-740C-951C-6266CA54640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36D8A-AB46-4028-86F0-58CF7E195607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285F8-7DE9-4D9D-889C-FAF2E068BA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441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0688" y="1241425"/>
            <a:ext cx="5956300" cy="3351213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5285F8-7DE9-4D9D-889C-FAF2E068BA6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669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285F8-7DE9-4D9D-889C-FAF2E068BA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93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0138-5D46-0962-050A-D6221033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1E0A5A-E23B-2379-0FB6-407C1A7AEB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ADD49-3536-A4BC-72F1-D371C4161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35C94-0453-AD2A-9D00-2AB6C7C91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5285F8-7DE9-4D9D-889C-FAF2E068BA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3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668899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16000" indent="-216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defRPr sz="2400">
                <a:solidFill>
                  <a:srgbClr val="001122"/>
                </a:solidFill>
                <a:latin typeface="+mj-lt"/>
              </a:defRPr>
            </a:lvl1pPr>
            <a:lvl2pPr marL="432000" indent="-216000">
              <a:lnSpc>
                <a:spcPct val="100000"/>
              </a:lnSpc>
              <a:spcBef>
                <a:spcPts val="0"/>
              </a:spcBef>
              <a:defRPr sz="1600">
                <a:solidFill>
                  <a:srgbClr val="001122"/>
                </a:solidFill>
                <a:latin typeface="+mj-lt"/>
              </a:defRPr>
            </a:lvl2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26471" y="6476223"/>
            <a:ext cx="3054929" cy="320069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49B318B9-E989-4F21-A6B6-2050DE77C617}" type="slidenum">
              <a:rPr lang="es-MX" smtClean="0"/>
              <a:pPr/>
              <a:t>‹#›</a:t>
            </a:fld>
            <a:endParaRPr lang="es-MX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7629A6-0A68-4C1D-8226-4FB3A7A577A0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Grafik 9" descr="Ein Bild, das Objekt, draußen enthält.&#10;&#10;Automatisch generierte Beschreibung">
            <a:extLst>
              <a:ext uri="{FF2B5EF4-FFF2-40B4-BE49-F238E27FC236}">
                <a16:creationId xmlns:a16="http://schemas.microsoft.com/office/drawing/2014/main" id="{6909730B-886D-8DC2-4327-4F975FA5D4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53" y="6476223"/>
            <a:ext cx="606786" cy="25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3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472" y="1072343"/>
            <a:ext cx="5471104" cy="44057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36699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472" y="1579418"/>
            <a:ext cx="5471104" cy="4754880"/>
          </a:xfrm>
        </p:spPr>
        <p:txBody>
          <a:bodyPr/>
          <a:lstStyle>
            <a:lvl1pPr marL="228600" indent="-228600">
              <a:defRPr lang="de-DE" sz="2400" kern="1200" smtClean="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501750" indent="-285750">
              <a:defRPr lang="de-DE" sz="1600" kern="1200" smtClean="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</a:lstStyle>
          <a:p>
            <a:pPr marL="216000" lvl="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/>
              <a:t>Mastertextformat bearbeiten</a:t>
            </a:r>
          </a:p>
          <a:p>
            <a:pPr marL="432000" lvl="1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de-DE"/>
              <a:t>Zweite Ebene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9" y="1072344"/>
            <a:ext cx="5493325" cy="440574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336699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579418"/>
            <a:ext cx="5493324" cy="4754880"/>
          </a:xfrm>
        </p:spPr>
        <p:txBody>
          <a:bodyPr/>
          <a:lstStyle>
            <a:lvl1pPr marL="228600" indent="-228600">
              <a:defRPr lang="de-DE" sz="2400" kern="1200" smtClean="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558900" indent="-342900">
              <a:defRPr lang="de-DE" sz="1600" kern="1200" dirty="0" smtClean="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</a:lstStyle>
          <a:p>
            <a:pPr marL="216000" lvl="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 dirty="0"/>
              <a:t>Mastertextformat bearbeiten</a:t>
            </a:r>
          </a:p>
          <a:p>
            <a:pPr marL="432000" lvl="1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de-DE" dirty="0"/>
              <a:t>Zweite Ebene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526471" y="6476223"/>
            <a:ext cx="3054929" cy="320069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1A1F-B555-4B79-9520-7CFFE6B96FAA}" type="slidenum">
              <a:rPr lang="es-MX" smtClean="0"/>
              <a:t>‹#›</a:t>
            </a:fld>
            <a:endParaRPr lang="es-MX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9583BEB-44DB-42A5-B326-4FF2FA867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2" y="320675"/>
            <a:ext cx="11139055" cy="568787"/>
          </a:xfrm>
        </p:spPr>
        <p:txBody>
          <a:bodyPr/>
          <a:lstStyle>
            <a:lvl1pPr>
              <a:defRPr sz="3200" b="1">
                <a:solidFill>
                  <a:srgbClr val="668899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DC96867-25C0-4B41-BD3D-0B7857C17AB4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91504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26471" y="6476223"/>
            <a:ext cx="3054929" cy="320069"/>
          </a:xfrm>
          <a:prstGeom prst="rect">
            <a:avLst/>
          </a:prstGeom>
        </p:spPr>
        <p:txBody>
          <a:bodyPr/>
          <a:lstStyle/>
          <a:p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91A1F-B555-4B79-9520-7CFFE6B96FAA}" type="slidenum">
              <a:rPr lang="es-MX" smtClean="0"/>
              <a:t>‹#›</a:t>
            </a:fld>
            <a:endParaRPr lang="es-MX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BDC5AF7-487D-4A50-A75E-2644269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2" y="320675"/>
            <a:ext cx="11139055" cy="568787"/>
          </a:xfrm>
        </p:spPr>
        <p:txBody>
          <a:bodyPr/>
          <a:lstStyle>
            <a:lvl1pPr>
              <a:defRPr sz="3200" b="1">
                <a:solidFill>
                  <a:srgbClr val="668899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7F58E61-B523-4664-BCC2-F98629B868EC}"/>
              </a:ext>
            </a:extLst>
          </p:cNvPr>
          <p:cNvSpPr/>
          <p:nvPr userDrawn="1"/>
        </p:nvSpPr>
        <p:spPr>
          <a:xfrm>
            <a:off x="0" y="6390000"/>
            <a:ext cx="12192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60742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09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70F9D2-C5BC-9C15-AADA-646AC055F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0622" y="2971800"/>
            <a:ext cx="10946412" cy="914400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rgbClr val="668899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159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FF2B5EF4-FFF2-40B4-BE49-F238E27FC236}">
                <a16:creationId xmlns:a16="http://schemas.microsoft.com/office/drawing/2014/main" id="{0EF5E40A-1DD1-410E-A5F1-2955246FDC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6424" y="6182407"/>
            <a:ext cx="1384945" cy="4284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479422-EBC9-4F0D-FAAD-FA04DC3D0F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596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7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6472" y="320675"/>
            <a:ext cx="11139055" cy="568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6471" y="1113904"/>
            <a:ext cx="11139055" cy="52453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16000" lvl="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de-DE"/>
              <a:t>Mastertextformat bearbeiten</a:t>
            </a:r>
          </a:p>
          <a:p>
            <a:pPr marL="432000" lvl="1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</a:pPr>
            <a:r>
              <a:rPr lang="de-DE"/>
              <a:t>zweite ebene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599" y="6476223"/>
            <a:ext cx="4955771" cy="320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b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GB"/>
              <a:t>Practical Integration of Feed-Forward Neural Networks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32224" y="6476223"/>
            <a:ext cx="1133301" cy="3200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2F091A1F-B555-4B79-9520-7CFFE6B96FAA}" type="slidenum">
              <a:rPr lang="es-MX" smtClean="0"/>
              <a:pPr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56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5" r:id="rId5"/>
    <p:sldLayoutId id="214748368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200" b="1" kern="1200" dirty="0">
          <a:solidFill>
            <a:srgbClr val="66889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400" kern="1200" smtClean="0">
          <a:solidFill>
            <a:srgbClr val="001122"/>
          </a:solidFill>
          <a:latin typeface="+mj-lt"/>
          <a:ea typeface="+mn-ea"/>
          <a:cs typeface="+mn-cs"/>
        </a:defRPr>
      </a:lvl1pPr>
      <a:lvl2pPr marL="558900" indent="-342900" algn="l" defTabSz="914400" rtl="0" eaLnBrk="1" latinLnBrk="0" hangingPunct="1">
        <a:lnSpc>
          <a:spcPct val="90000"/>
        </a:lnSpc>
        <a:spcBef>
          <a:spcPts val="500"/>
        </a:spcBef>
        <a:buFont typeface="Symbol" panose="05050102010706020507" pitchFamily="18" charset="2"/>
        <a:buChar char="-"/>
        <a:defRPr lang="de-DE" sz="1600" kern="1200" smtClean="0">
          <a:solidFill>
            <a:srgbClr val="00112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10920277.2025.2451860" TargetMode="External"/><Relationship Id="rId2" Type="http://schemas.openxmlformats.org/officeDocument/2006/relationships/hyperlink" Target="https://doi.org/10.1007/s10710-017-9314-z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x.doi.org/10.2139/ssrn.5162304" TargetMode="External"/><Relationship Id="rId5" Type="http://schemas.openxmlformats.org/officeDocument/2006/relationships/hyperlink" Target="https://doi.org/10.1007/978-3-030-28954-6" TargetMode="External"/><Relationship Id="rId4" Type="http://schemas.openxmlformats.org/officeDocument/2006/relationships/hyperlink" Target="https://doi.org/10.1017/S1357321722000162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490AB6-CB76-93C9-19CA-BFB919C8B518}"/>
              </a:ext>
            </a:extLst>
          </p:cNvPr>
          <p:cNvSpPr txBox="1"/>
          <p:nvPr/>
        </p:nvSpPr>
        <p:spPr>
          <a:xfrm>
            <a:off x="409509" y="1436489"/>
            <a:ext cx="113729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>
                <a:solidFill>
                  <a:schemeClr val="bg1"/>
                </a:solidFill>
              </a:rPr>
              <a:t>P</a:t>
            </a:r>
            <a:r>
              <a:rPr lang="en-CH" sz="2800" b="1">
                <a:solidFill>
                  <a:schemeClr val="bg1"/>
                </a:solidFill>
              </a:rPr>
              <a:t>ractical Integration of Feed-Forward Neural Networks</a:t>
            </a:r>
          </a:p>
          <a:p>
            <a:r>
              <a:rPr lang="en-CH" sz="2800" b="1">
                <a:solidFill>
                  <a:schemeClr val="bg1"/>
                </a:solidFill>
              </a:rPr>
              <a:t>into Core Actuarial Workflows</a:t>
            </a:r>
            <a:endParaRPr lang="en-GB" sz="200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409DA3-49F8-C76F-A6A3-FAFB7D7AA6F5}"/>
              </a:ext>
            </a:extLst>
          </p:cNvPr>
          <p:cNvSpPr txBox="1"/>
          <p:nvPr/>
        </p:nvSpPr>
        <p:spPr>
          <a:xfrm>
            <a:off x="409509" y="2425619"/>
            <a:ext cx="565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1600" b="1">
                <a:solidFill>
                  <a:schemeClr val="bg1"/>
                </a:solidFill>
              </a:rPr>
              <a:t>INSURANCE DATA SCIENCE CONFERENCE 2026</a:t>
            </a:r>
          </a:p>
          <a:p>
            <a:r>
              <a:rPr lang="en-CH" sz="1600">
                <a:solidFill>
                  <a:schemeClr val="bg1"/>
                </a:solidFill>
              </a:rPr>
              <a:t>HOUSE OF INSURANCE, LEBNIZ UNIVERSITÄT HANNOVER</a:t>
            </a:r>
          </a:p>
          <a:p>
            <a:endParaRPr lang="en-CH" sz="160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269FB6-B010-7BDC-E705-15137A4DBCA2}"/>
              </a:ext>
            </a:extLst>
          </p:cNvPr>
          <p:cNvCxnSpPr>
            <a:cxnSpLocks/>
          </p:cNvCxnSpPr>
          <p:nvPr/>
        </p:nvCxnSpPr>
        <p:spPr>
          <a:xfrm flipV="1">
            <a:off x="494252" y="3059448"/>
            <a:ext cx="47160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93E67F-3FFC-F9A8-B004-1C9310E3C52D}"/>
              </a:ext>
            </a:extLst>
          </p:cNvPr>
          <p:cNvSpPr txBox="1"/>
          <p:nvPr/>
        </p:nvSpPr>
        <p:spPr>
          <a:xfrm>
            <a:off x="434954" y="3437617"/>
            <a:ext cx="21771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>
                <a:solidFill>
                  <a:schemeClr val="bg1"/>
                </a:solidFill>
              </a:rPr>
              <a:t>Carlos</a:t>
            </a:r>
            <a:r>
              <a:rPr lang="en-CH" sz="1600">
                <a:solidFill>
                  <a:schemeClr val="bg1"/>
                </a:solidFill>
              </a:rPr>
              <a:t> Arocha, FSA, SCR</a:t>
            </a:r>
          </a:p>
          <a:p>
            <a:r>
              <a:rPr lang="en-CH" sz="1600">
                <a:solidFill>
                  <a:schemeClr val="bg1"/>
                </a:solidFill>
              </a:rPr>
              <a:t>9 </a:t>
            </a:r>
            <a:r>
              <a:rPr lang="en-GB" sz="1600">
                <a:solidFill>
                  <a:schemeClr val="bg1"/>
                </a:solidFill>
              </a:rPr>
              <a:t>June</a:t>
            </a:r>
            <a:r>
              <a:rPr lang="en-CH" sz="1600">
                <a:solidFill>
                  <a:schemeClr val="bg1"/>
                </a:solidFill>
              </a:rPr>
              <a:t>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BCB8F-B503-74E8-B398-D6D689BEA6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75" y="352425"/>
            <a:ext cx="1692000" cy="6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324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E4AD-84A6-E5CF-8F7E-68A1073C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OUTLINE</a:t>
            </a:r>
            <a:endParaRPr lang="es-MX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8E372-F8FA-9DDC-95B8-D2A16CB6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DA800-32A0-E01E-A069-C14D8FAF5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5083-5122-41A1-8852-035555075EAA}" type="slidenum">
              <a:rPr lang="es-MX" smtClean="0"/>
              <a:t>2</a:t>
            </a:fld>
            <a:endParaRPr lang="es-MX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A25F109-37DA-5FFE-EA34-E647BA811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7220377"/>
              </p:ext>
            </p:extLst>
          </p:nvPr>
        </p:nvGraphicFramePr>
        <p:xfrm>
          <a:off x="884236" y="1621400"/>
          <a:ext cx="11044152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179">
                  <a:extLst>
                    <a:ext uri="{9D8B030D-6E8A-4147-A177-3AD203B41FA5}">
                      <a16:colId xmlns:a16="http://schemas.microsoft.com/office/drawing/2014/main" val="1856341086"/>
                    </a:ext>
                  </a:extLst>
                </a:gridCol>
                <a:gridCol w="9147794">
                  <a:extLst>
                    <a:ext uri="{9D8B030D-6E8A-4147-A177-3AD203B41FA5}">
                      <a16:colId xmlns:a16="http://schemas.microsoft.com/office/drawing/2014/main" val="553713497"/>
                    </a:ext>
                  </a:extLst>
                </a:gridCol>
                <a:gridCol w="948179">
                  <a:extLst>
                    <a:ext uri="{9D8B030D-6E8A-4147-A177-3AD203B41FA5}">
                      <a16:colId xmlns:a16="http://schemas.microsoft.com/office/drawing/2014/main" val="2609259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noProof="0">
                          <a:solidFill>
                            <a:schemeClr val="tx1"/>
                          </a:solidFill>
                          <a:latin typeface="+mj-lt"/>
                        </a:rPr>
                        <a:t>Motivation</a:t>
                      </a:r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203385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r>
                        <a:rPr lang="en-CH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02</a:t>
                      </a:r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kern="1200" noProof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Case setup and actuarial framing</a:t>
                      </a:r>
                      <a:endParaRPr lang="es-MX" sz="2000" b="0" kern="1200" noProof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968126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r>
                        <a:rPr lang="en-CH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03</a:t>
                      </a:r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noProof="0">
                          <a:solidFill>
                            <a:schemeClr val="tx1"/>
                          </a:solidFill>
                          <a:latin typeface="+mj-lt"/>
                        </a:rPr>
                        <a:t>Baseline models: GLM Toolkit</a:t>
                      </a:r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6620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r>
                        <a:rPr lang="en-CH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04</a:t>
                      </a:r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noProof="0">
                          <a:solidFill>
                            <a:schemeClr val="tx1"/>
                          </a:solidFill>
                          <a:latin typeface="+mj-lt"/>
                        </a:rPr>
                        <a:t>FFNN challenger</a:t>
                      </a:r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7870368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r>
                        <a:rPr lang="en-CH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05</a:t>
                      </a:r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noProof="0">
                          <a:solidFill>
                            <a:schemeClr val="tx1"/>
                          </a:solidFill>
                          <a:latin typeface="+mj-lt"/>
                        </a:rPr>
                        <a:t>Decision framework and adoption path</a:t>
                      </a:r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879597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r>
                        <a:rPr lang="en-CH" sz="3600" b="1" noProof="0">
                          <a:solidFill>
                            <a:srgbClr val="FF5800"/>
                          </a:solidFill>
                          <a:latin typeface="+mj-lt"/>
                        </a:rPr>
                        <a:t>06 </a:t>
                      </a:r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H" sz="2000" b="0" noProof="0">
                          <a:solidFill>
                            <a:schemeClr val="tx1"/>
                          </a:solidFill>
                          <a:latin typeface="+mj-lt"/>
                        </a:rPr>
                        <a:t>Conclusions</a:t>
                      </a:r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954514"/>
                  </a:ext>
                </a:extLst>
              </a:tr>
              <a:tr h="413271"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2000" b="0" noProof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endParaRPr lang="es-MX" sz="3600" b="1" noProof="0">
                        <a:solidFill>
                          <a:srgbClr val="FF5800"/>
                        </a:solidFill>
                        <a:latin typeface="+mj-lt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4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236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016B38-AC7A-6B64-300F-55A3DD81C0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01 Motivation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58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20803-890E-7AAD-FDB9-04505316E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E33A-1213-F5A8-14D1-4981CAC5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GLMs vs Feed-Forward Neural Networks (FFNNs) in practice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D6C882-6426-59F9-B8E1-476262F7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7F0E0-92D4-5CEE-DC99-D38A4EC0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4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F34A55-F6F1-99D4-9168-CE9F40EE1E37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000"/>
              <a:t>GLMs </a:t>
            </a:r>
            <a:r>
              <a:rPr lang="en-CH" sz="2000"/>
              <a:t>anchor governance; FFNNs add lift—best delivered via hybrids.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1C08FA88-AC19-FA39-2821-E7DD95558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24" y="1685925"/>
            <a:ext cx="6819902" cy="4181475"/>
          </a:xfrm>
        </p:spPr>
        <p:txBody>
          <a:bodyPr>
            <a:normAutofit/>
          </a:bodyPr>
          <a:lstStyle/>
          <a:p>
            <a:r>
              <a:rPr lang="en-CH" sz="2000">
                <a:latin typeface="Aptos Light" panose="020B0004020202020204" pitchFamily="34" charset="0"/>
              </a:rPr>
              <a:t>Individual Disability Income (IDI) pricing case study using synthetic data</a:t>
            </a:r>
          </a:p>
          <a:p>
            <a:r>
              <a:rPr lang="en-CH" sz="2000">
                <a:latin typeface="Aptos Light" panose="020B0004020202020204" pitchFamily="34" charset="0"/>
              </a:rPr>
              <a:t>Objective: incremental lift that remains governable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calibration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stability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audit trail</a:t>
            </a:r>
          </a:p>
          <a:p>
            <a:r>
              <a:rPr lang="en-CH" sz="2000" dirty="0">
                <a:latin typeface="Aptos Light" panose="020B0004020202020204" pitchFamily="34" charset="0"/>
              </a:rPr>
              <a:t>Output is a deployable frequency—severity workflow </a:t>
            </a:r>
          </a:p>
          <a:p>
            <a:endParaRPr lang="en-GB" sz="2000" dirty="0">
              <a:latin typeface="Aptos Light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6A97F4-266C-5B80-9144-D07AA47ED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6009" y="1559668"/>
            <a:ext cx="3888000" cy="478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4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B1B9A-949E-5BB7-7432-725DC8B24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EC7CF-4FF2-6C86-16DA-3CB0EEDC0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Why this matters now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A8EC7-3742-B9A6-A9A7-5C1BF7D97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45BA7-AD20-9C1D-F4B4-AE424FFA2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5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055C7D-8B85-45E5-33B3-128BBB790002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AI is reshaping workflows: we need performance gains with audit-ready governance.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BBB743C0-000B-4978-01F5-38BB9A165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1350" y="1786805"/>
            <a:ext cx="4657726" cy="3880569"/>
          </a:xfrm>
        </p:spPr>
        <p:txBody>
          <a:bodyPr>
            <a:normAutofit/>
          </a:bodyPr>
          <a:lstStyle/>
          <a:p>
            <a:r>
              <a:rPr lang="en-GB" sz="2000"/>
              <a:t>Actuarial reality</a:t>
            </a:r>
            <a:endParaRPr lang="en-CH" sz="2000"/>
          </a:p>
          <a:p>
            <a:pPr lvl="1">
              <a:spcAft>
                <a:spcPts val="300"/>
              </a:spcAft>
            </a:pPr>
            <a:r>
              <a:rPr lang="en-GB">
                <a:latin typeface="Aptos Light" panose="020B0004020202020204" pitchFamily="34" charset="0"/>
              </a:rPr>
              <a:t>accuracy alone is not sufficient</a:t>
            </a:r>
            <a:r>
              <a:rPr lang="en-CH">
                <a:latin typeface="Aptos Light" panose="020B0004020202020204" pitchFamily="34" charset="0"/>
              </a:rPr>
              <a:t>; m</a:t>
            </a:r>
            <a:r>
              <a:rPr lang="en-GB">
                <a:latin typeface="Aptos Light" panose="020B0004020202020204" pitchFamily="34" charset="0"/>
              </a:rPr>
              <a:t>odels must be explainable and controllable</a:t>
            </a:r>
          </a:p>
          <a:p>
            <a:r>
              <a:rPr lang="en-GB" sz="2000"/>
              <a:t>Typical </a:t>
            </a:r>
            <a:r>
              <a:rPr lang="en-GB" sz="2000" dirty="0"/>
              <a:t>blockers</a:t>
            </a:r>
            <a:r>
              <a:rPr lang="en-CH" sz="2000" dirty="0"/>
              <a:t> are</a:t>
            </a:r>
          </a:p>
          <a:p>
            <a:pPr lvl="1">
              <a:spcAft>
                <a:spcPts val="300"/>
              </a:spcAft>
            </a:pPr>
            <a:r>
              <a:rPr lang="en-GB" dirty="0">
                <a:latin typeface="Aptos Light" panose="020B0004020202020204" pitchFamily="34" charset="0"/>
              </a:rPr>
              <a:t>calibration risk</a:t>
            </a:r>
            <a:endParaRPr lang="en-CH" dirty="0">
              <a:latin typeface="Aptos Light" panose="020B0004020202020204" pitchFamily="34" charset="0"/>
            </a:endParaRPr>
          </a:p>
          <a:p>
            <a:pPr lvl="1">
              <a:spcAft>
                <a:spcPts val="300"/>
              </a:spcAft>
            </a:pPr>
            <a:r>
              <a:rPr lang="en-GB" dirty="0">
                <a:latin typeface="Aptos Light" panose="020B0004020202020204" pitchFamily="34" charset="0"/>
              </a:rPr>
              <a:t>tail instability</a:t>
            </a:r>
            <a:endParaRPr lang="en-CH" dirty="0">
              <a:latin typeface="Aptos Light" panose="020B0004020202020204" pitchFamily="34" charset="0"/>
            </a:endParaRPr>
          </a:p>
          <a:p>
            <a:pPr lvl="1">
              <a:spcAft>
                <a:spcPts val="300"/>
              </a:spcAft>
            </a:pPr>
            <a:r>
              <a:rPr lang="en-GB" dirty="0">
                <a:latin typeface="Aptos Light" panose="020B0004020202020204" pitchFamily="34" charset="0"/>
              </a:rPr>
              <a:t>weak drift controls</a:t>
            </a:r>
            <a:endParaRPr lang="en-CH" dirty="0">
              <a:latin typeface="Aptos Light" panose="020B0004020202020204" pitchFamily="34" charset="0"/>
            </a:endParaRPr>
          </a:p>
          <a:p>
            <a:pPr lvl="1">
              <a:spcAft>
                <a:spcPts val="300"/>
              </a:spcAft>
            </a:pPr>
            <a:r>
              <a:rPr lang="en-GB" dirty="0">
                <a:latin typeface="Aptos Light" panose="020B0004020202020204" pitchFamily="34" charset="0"/>
              </a:rPr>
              <a:t>unclear documentation</a:t>
            </a:r>
          </a:p>
          <a:p>
            <a:r>
              <a:rPr lang="en-GB" sz="2000" b="1"/>
              <a:t>Key question</a:t>
            </a:r>
            <a:r>
              <a:rPr lang="en-CH" sz="2000" b="1"/>
              <a:t> is:</a:t>
            </a:r>
            <a:endParaRPr lang="en-CH" sz="2000" b="1" dirty="0"/>
          </a:p>
          <a:p>
            <a:pPr lvl="1"/>
            <a:r>
              <a:rPr lang="en-GB" dirty="0">
                <a:latin typeface="Aptos Light" panose="020B0004020202020204" pitchFamily="34" charset="0"/>
              </a:rPr>
              <a:t>can FFNNs be adopted as structured extensions to GLMs rather than black-box replacements?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DCD4B0-336B-CDF4-AD91-30702E0A9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558523"/>
            <a:ext cx="6196608" cy="440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21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2B90-183A-B8DB-9900-4C34D9B9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6EEA5D-38A2-FDB4-B68A-329475E446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02 Case Setup and Actuarial Framing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37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EA16-F260-0E5B-3919-4D68C2793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T</a:t>
            </a:r>
            <a:r>
              <a:rPr lang="en-GB">
                <a:latin typeface="Aptos Light" panose="020B0004020202020204" pitchFamily="34" charset="0"/>
              </a:rPr>
              <a:t>h</a:t>
            </a:r>
            <a:r>
              <a:rPr lang="en-CH">
                <a:latin typeface="Aptos Light" panose="020B0004020202020204" pitchFamily="34" charset="0"/>
              </a:rPr>
              <a:t>e synthetic IDI dataset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6B9DAE-15DB-FD8C-B93B-AF46D1E19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9275E-F9AD-07A8-E750-AFE9BDBC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7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57F80D-F91C-1620-A907-A793263E1A4F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Synthetic data lets us prove the end-to-end GLM-FFNN-Hybrid workflow safely.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BA137FD9-AA9B-4A8C-B56F-004FC0CAC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1" y="1709118"/>
            <a:ext cx="7388804" cy="4486796"/>
          </a:xfrm>
        </p:spPr>
        <p:txBody>
          <a:bodyPr>
            <a:normAutofit/>
          </a:bodyPr>
          <a:lstStyle/>
          <a:p>
            <a:r>
              <a:rPr lang="en-CH" sz="2000">
                <a:latin typeface="Aptos Light" panose="020B0004020202020204" pitchFamily="34" charset="0"/>
              </a:rPr>
              <a:t>Two files: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exposure—month (onset)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claims (ultimate cost)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Modeling challenges baked in: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Rare events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Heavy-tailed costs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High-cardinality factors (region / occupation / employer / plan)</a:t>
            </a:r>
          </a:p>
          <a:p>
            <a:pPr lvl="1">
              <a:spcAft>
                <a:spcPts val="300"/>
              </a:spcAft>
            </a:pPr>
            <a:r>
              <a:rPr lang="en-CH">
                <a:latin typeface="Aptos Light" panose="020B0004020202020204" pitchFamily="34" charset="0"/>
              </a:rPr>
              <a:t>Climate impacts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A synthetic design enables open sharing and controllable experiments without confident</a:t>
            </a:r>
            <a:r>
              <a:rPr lang="en-GB" sz="2000">
                <a:latin typeface="Aptos Light" panose="020B0004020202020204" pitchFamily="34" charset="0"/>
              </a:rPr>
              <a:t>i</a:t>
            </a:r>
            <a:r>
              <a:rPr lang="en-CH" sz="2000">
                <a:latin typeface="Aptos Light" panose="020B0004020202020204" pitchFamily="34" charset="0"/>
              </a:rPr>
              <a:t>ality risk</a:t>
            </a:r>
          </a:p>
          <a:p>
            <a:pPr lvl="1">
              <a:spcAft>
                <a:spcPts val="300"/>
              </a:spcAft>
            </a:pPr>
            <a:endParaRPr lang="en-CH" sz="1200" dirty="0">
              <a:latin typeface="Aptos Light" panose="020B0004020202020204" pitchFamily="34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BB05158-4F9C-E1C3-E359-1974A6B2E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68045"/>
              </p:ext>
            </p:extLst>
          </p:nvPr>
        </p:nvGraphicFramePr>
        <p:xfrm>
          <a:off x="8324847" y="1717088"/>
          <a:ext cx="3342707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654">
                  <a:extLst>
                    <a:ext uri="{9D8B030D-6E8A-4147-A177-3AD203B41FA5}">
                      <a16:colId xmlns:a16="http://schemas.microsoft.com/office/drawing/2014/main" val="706859588"/>
                    </a:ext>
                  </a:extLst>
                </a:gridCol>
                <a:gridCol w="1416053">
                  <a:extLst>
                    <a:ext uri="{9D8B030D-6E8A-4147-A177-3AD203B41FA5}">
                      <a16:colId xmlns:a16="http://schemas.microsoft.com/office/drawing/2014/main" val="7523674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Metric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rgbClr val="6688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Value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rgbClr val="6688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553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Exposure rows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144,000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158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Claim rows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1,565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535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Date min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2022-01-01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032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Date max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2023-12-31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558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Monthly onset rate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0.010868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0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Mean claim cost (CHF)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101,625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88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400">
                          <a:latin typeface="Aptos Light" panose="020B0004020202020204" pitchFamily="34" charset="0"/>
                        </a:rPr>
                        <a:t>P90 claim cost (CHF)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400">
                          <a:latin typeface="Aptos Light" panose="020B0004020202020204" pitchFamily="34" charset="0"/>
                        </a:rPr>
                        <a:t>160,396</a:t>
                      </a:r>
                      <a:endParaRPr lang="en-GB" sz="1400">
                        <a:latin typeface="Aptos Light" panose="020B000402020202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914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379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EC42F-BD73-E3B7-EAA2-577A4C1C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D308-02A7-ED7C-4C71-4BB6217AD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Frequency—severity and pure premium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D9EB0-22FE-6F46-5768-3CD592AB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FC56E-EA54-0E57-A7E7-9CD23B34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8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A6904E-592F-83FC-94E1-467855555FF7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Pure premium (PP) is the governed bridge from models to price.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4">
                <a:extLst>
                  <a:ext uri="{FF2B5EF4-FFF2-40B4-BE49-F238E27FC236}">
                    <a16:creationId xmlns:a16="http://schemas.microsoft.com/office/drawing/2014/main" id="{884A8AA1-60F4-DF30-35E6-CEE3B99C32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470" y="1709117"/>
                <a:ext cx="8693729" cy="1404000"/>
              </a:xfrm>
            </p:spPr>
            <p:txBody>
              <a:bodyPr>
                <a:normAutofit/>
              </a:bodyPr>
              <a:lstStyle/>
              <a:p>
                <a:r>
                  <a:rPr lang="en-GB" sz="2000">
                    <a:latin typeface="Aptos Light" panose="020B0004020202020204" pitchFamily="34" charset="0"/>
                  </a:rPr>
                  <a:t>Incidence</a:t>
                </a:r>
                <a:r>
                  <a:rPr lang="en-CH" sz="2000">
                    <a:latin typeface="Aptos Light" panose="020B00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H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onset</m:t>
                        </m:r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H" sz="2000">
                  <a:latin typeface="Aptos Light" panose="020B0004020202020204" pitchFamily="34" charset="0"/>
                </a:endParaRPr>
              </a:p>
              <a:p>
                <a:r>
                  <a:rPr lang="en-CH" sz="2000">
                    <a:latin typeface="Aptos Light" panose="020B0004020202020204" pitchFamily="34" charset="0"/>
                  </a:rPr>
                  <a:t>Severity: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H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H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cost</m:t>
                        </m:r>
                        <m: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r>
                          <m:rPr>
                            <m:nor/>
                          </m:rPr>
                          <a:rPr lang="en-CH" sz="2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onset</m:t>
                        </m:r>
                        <m: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=1, </m:t>
                        </m:r>
                        <m:sSub>
                          <m:sSubPr>
                            <m:ctrlP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H" sz="2000">
                  <a:latin typeface="Aptos Light" panose="020B0004020202020204" pitchFamily="34" charset="0"/>
                </a:endParaRPr>
              </a:p>
              <a:p>
                <a:r>
                  <a:rPr lang="en-CH" sz="2000">
                    <a:latin typeface="Aptos Light" panose="020B0004020202020204" pitchFamily="34" charset="0"/>
                  </a:rPr>
                  <a:t>Pricing target: </a:t>
                </a:r>
                <a14:m>
                  <m:oMath xmlns:m="http://schemas.openxmlformats.org/officeDocument/2006/math">
                    <m:r>
                      <a:rPr lang="en-CH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H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CH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cost</m:t>
                        </m:r>
                      </m:e>
                    </m:d>
                    <m:r>
                      <a:rPr lang="en-CH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H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H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H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CH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CH" sz="2000">
                    <a:latin typeface="Aptos Light" panose="020B0004020202020204" pitchFamily="34" charset="0"/>
                  </a:rPr>
                  <a:t>; pure premium per exposure-month</a:t>
                </a:r>
              </a:p>
              <a:p>
                <a:endParaRPr lang="en-CH" sz="2000">
                  <a:latin typeface="Aptos Light" panose="020B0004020202020204" pitchFamily="34" charset="0"/>
                </a:endParaRPr>
              </a:p>
              <a:p>
                <a:pPr lvl="1">
                  <a:spcAft>
                    <a:spcPts val="300"/>
                  </a:spcAft>
                </a:pPr>
                <a:endParaRPr lang="en-CH" sz="1200" dirty="0">
                  <a:latin typeface="Aptos Light" panose="020B0004020202020204" pitchFamily="34" charset="0"/>
                </a:endParaRPr>
              </a:p>
            </p:txBody>
          </p:sp>
        </mc:Choice>
        <mc:Fallback>
          <p:sp>
            <p:nvSpPr>
              <p:cNvPr id="9" name="Content Placeholder 24">
                <a:extLst>
                  <a:ext uri="{FF2B5EF4-FFF2-40B4-BE49-F238E27FC236}">
                    <a16:creationId xmlns:a16="http://schemas.microsoft.com/office/drawing/2014/main" id="{884A8AA1-60F4-DF30-35E6-CEE3B99C32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470" y="1709117"/>
                <a:ext cx="8693729" cy="1404000"/>
              </a:xfrm>
              <a:blipFill>
                <a:blip r:embed="rId2"/>
                <a:stretch>
                  <a:fillRect l="-631" t="-1732" b="-4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4E15526-DA28-C6EB-B594-DC245048A6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1876257"/>
                  </p:ext>
                </p:extLst>
              </p:nvPr>
            </p:nvGraphicFramePr>
            <p:xfrm>
              <a:off x="2783895" y="3157247"/>
              <a:ext cx="6960181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1753">
                      <a:extLst>
                        <a:ext uri="{9D8B030D-6E8A-4147-A177-3AD203B41FA5}">
                          <a16:colId xmlns:a16="http://schemas.microsoft.com/office/drawing/2014/main" val="706859588"/>
                        </a:ext>
                      </a:extLst>
                    </a:gridCol>
                    <a:gridCol w="1461753">
                      <a:extLst>
                        <a:ext uri="{9D8B030D-6E8A-4147-A177-3AD203B41FA5}">
                          <a16:colId xmlns:a16="http://schemas.microsoft.com/office/drawing/2014/main" val="2116274929"/>
                        </a:ext>
                      </a:extLst>
                    </a:gridCol>
                    <a:gridCol w="4036675">
                      <a:extLst>
                        <a:ext uri="{9D8B030D-6E8A-4147-A177-3AD203B41FA5}">
                          <a16:colId xmlns:a16="http://schemas.microsoft.com/office/drawing/2014/main" val="75236741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Layer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Metric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Purpose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3553569"/>
                      </a:ext>
                    </a:extLst>
                  </a:tr>
                  <a:tr h="0">
                    <a:tc rowSpan="4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Incidence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PR-AUC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Rare-event ranking quality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7158384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Lift@10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Claims captured in top 10% risk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535652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Brier score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Probability accuracy (calibration-sensitive)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032309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Calibration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Reliability curve </a:t>
                          </a:r>
                          <a14:m>
                            <m:oMath xmlns:m="http://schemas.openxmlformats.org/officeDocument/2006/math">
                              <m:r>
                                <a:rPr lang="en-CH" sz="1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 mean </a:t>
                          </a:r>
                          <a14:m>
                            <m:oMath xmlns:m="http://schemas.openxmlformats.org/officeDocument/2006/math">
                              <m:r>
                                <a:rPr lang="en-CH" sz="140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 vs observed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6558633"/>
                      </a:ext>
                    </a:extLst>
                  </a:tr>
                  <a:tr h="0">
                    <a:tc rowSpan="3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Severity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MAE (CHF)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Overall error on c</a:t>
                          </a:r>
                          <a:r>
                            <a:rPr lang="en-GB" sz="1400">
                              <a:latin typeface="Aptos Light" panose="020B0004020202020204" pitchFamily="34" charset="0"/>
                            </a:rPr>
                            <a:t>la</a:t>
                          </a:r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im costs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02574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RMSE log1p 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Multiplicative error; tail-robust-ish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88923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Tail MAE (P90+)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Large-loss focus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6914808"/>
                      </a:ext>
                    </a:extLst>
                  </a:tr>
                  <a:tr h="0">
                    <a:tc rowSpan="2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Aggregate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PP error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Pure premium adequacy vs. actual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122113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O/E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Portfolio adequacy (Actual </a:t>
                          </a:r>
                          <a14:m>
                            <m:oMath xmlns:m="http://schemas.openxmlformats.org/officeDocument/2006/math">
                              <m:r>
                                <a:rPr lang="en-CH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</m:t>
                              </m:r>
                            </m:oMath>
                          </a14:m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 Expected)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98736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44E15526-DA28-C6EB-B594-DC245048A6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1876257"/>
                  </p:ext>
                </p:extLst>
              </p:nvPr>
            </p:nvGraphicFramePr>
            <p:xfrm>
              <a:off x="2783895" y="3157247"/>
              <a:ext cx="6960181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1753">
                      <a:extLst>
                        <a:ext uri="{9D8B030D-6E8A-4147-A177-3AD203B41FA5}">
                          <a16:colId xmlns:a16="http://schemas.microsoft.com/office/drawing/2014/main" val="706859588"/>
                        </a:ext>
                      </a:extLst>
                    </a:gridCol>
                    <a:gridCol w="1461753">
                      <a:extLst>
                        <a:ext uri="{9D8B030D-6E8A-4147-A177-3AD203B41FA5}">
                          <a16:colId xmlns:a16="http://schemas.microsoft.com/office/drawing/2014/main" val="2116274929"/>
                        </a:ext>
                      </a:extLst>
                    </a:gridCol>
                    <a:gridCol w="4036675">
                      <a:extLst>
                        <a:ext uri="{9D8B030D-6E8A-4147-A177-3AD203B41FA5}">
                          <a16:colId xmlns:a16="http://schemas.microsoft.com/office/drawing/2014/main" val="752367412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Layer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Metric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Purpose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rgbClr val="6688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3553569"/>
                      </a:ext>
                    </a:extLst>
                  </a:tr>
                  <a:tr h="304800">
                    <a:tc rowSpan="4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Incidence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PR-AUC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Rare-event ranking quality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7158384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Lift@10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Claims captured in top 10% risk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535652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Brier score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Probability accuracy (calibration-sensitive)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032309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Calibration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2549" t="-394118" r="-603" b="-5098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6558633"/>
                      </a:ext>
                    </a:extLst>
                  </a:tr>
                  <a:tr h="304800">
                    <a:tc rowSpan="3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Severity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MAE (CHF)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Overall error on c</a:t>
                          </a:r>
                          <a:r>
                            <a:rPr lang="en-GB" sz="1400">
                              <a:latin typeface="Aptos Light" panose="020B0004020202020204" pitchFamily="34" charset="0"/>
                            </a:rPr>
                            <a:t>la</a:t>
                          </a:r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im costs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02574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RMSE log1p 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Multiplicative error; tail-robust-ish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889235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Tail MAE (P90+)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Large-loss focus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6914808"/>
                      </a:ext>
                    </a:extLst>
                  </a:tr>
                  <a:tr h="304800">
                    <a:tc rowSpan="2"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Aggregate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PP error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Pure premium adequacy vs. actual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1221138"/>
                      </a:ext>
                    </a:extLst>
                  </a:tr>
                  <a:tr h="304800">
                    <a:tc vMerge="1">
                      <a:txBody>
                        <a:bodyPr/>
                        <a:lstStyle/>
                        <a:p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O/E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>
                        <a:blipFill>
                          <a:blip r:embed="rId3"/>
                          <a:stretch>
                            <a:fillRect l="-72549" t="-904000" r="-603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987361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90D16FF-4A61-9D14-A52F-BD75010BC67B}"/>
              </a:ext>
            </a:extLst>
          </p:cNvPr>
          <p:cNvSpPr txBox="1">
            <a:spLocks/>
          </p:cNvSpPr>
          <p:nvPr/>
        </p:nvSpPr>
        <p:spPr>
          <a:xfrm>
            <a:off x="742950" y="3101136"/>
            <a:ext cx="2066925" cy="83099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1600">
                <a:latin typeface="Aptos Light" panose="020B0004020202020204" pitchFamily="34" charset="0"/>
              </a:rPr>
              <a:t>The layers will be evaluated using specific metrics</a:t>
            </a:r>
            <a:endParaRPr lang="en-GB" sz="1600" dirty="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7662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40503-953B-3F86-F2EE-003BD34C6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352F7-A6C8-ADF3-ECBE-0A7C19EE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Governance-first validation design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EA57A-D91F-FF1C-9528-C4CF8F7AA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08F5B0-0EF5-C17C-9D84-F7A7EC448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9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DBE486-1EE6-8CAA-16C8-00050CC391C5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en-US" sz="2000">
                <a:solidFill>
                  <a:schemeClr val="tx1"/>
                </a:solidFill>
                <a:latin typeface="Aptos Light" panose="020B0004020202020204" pitchFamily="34" charset="0"/>
              </a:rPr>
              <a:t>Design validation first, then models: calibrate, stress-test, and prove stability before</a:t>
            </a:r>
            <a:r>
              <a:rPr lang="en-CH" altLang="en-US" sz="2000">
                <a:solidFill>
                  <a:schemeClr val="tx1"/>
                </a:solidFill>
                <a:latin typeface="Aptos Light" panose="020B0004020202020204" pitchFamily="34" charset="0"/>
              </a:rPr>
              <a:t> benchmarking.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4">
                <a:extLst>
                  <a:ext uri="{FF2B5EF4-FFF2-40B4-BE49-F238E27FC236}">
                    <a16:creationId xmlns:a16="http://schemas.microsoft.com/office/drawing/2014/main" id="{5E65D611-981B-4A3A-2D12-C2B5B8ED2F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470" y="1709117"/>
                <a:ext cx="8693729" cy="4015408"/>
              </a:xfrm>
            </p:spPr>
            <p:txBody>
              <a:bodyPr>
                <a:normAutofit/>
              </a:bodyPr>
              <a:lstStyle/>
              <a:p>
                <a:pPr>
                  <a:spcAft>
                    <a:spcPts val="300"/>
                  </a:spcAft>
                </a:pPr>
                <a:r>
                  <a:rPr lang="en-CH" sz="2000">
                    <a:latin typeface="Aptos Light" panose="020B0004020202020204" pitchFamily="34" charset="0"/>
                  </a:rPr>
                  <a:t>Time-based split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CH">
                    <a:latin typeface="Aptos Light" panose="020B0004020202020204" pitchFamily="34" charset="0"/>
                  </a:rPr>
                  <a:t>Train on earlier months (24)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CH">
                    <a:latin typeface="Aptos Light" panose="020B0004020202020204" pitchFamily="34" charset="0"/>
                  </a:rPr>
                  <a:t>Test on most recent months (12)</a:t>
                </a:r>
              </a:p>
              <a:p>
                <a:pPr>
                  <a:spcAft>
                    <a:spcPts val="300"/>
                  </a:spcAft>
                </a:pPr>
                <a:r>
                  <a:rPr lang="en-CH" sz="2000">
                    <a:latin typeface="Aptos Light" panose="020B0004020202020204" pitchFamily="34" charset="0"/>
                  </a:rPr>
                  <a:t>Same split </a:t>
                </a:r>
                <a14:m>
                  <m:oMath xmlns:m="http://schemas.openxmlformats.org/officeDocument/2006/math">
                    <m:r>
                      <a:rPr lang="en-CH" sz="20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CH" sz="2000">
                    <a:latin typeface="Aptos Light" panose="020B0004020202020204" pitchFamily="34" charset="0"/>
                  </a:rPr>
                  <a:t> same features for all models to achieve a fair comparison</a:t>
                </a:r>
              </a:p>
              <a:p>
                <a:pPr>
                  <a:spcAft>
                    <a:spcPts val="300"/>
                  </a:spcAft>
                </a:pPr>
                <a:r>
                  <a:rPr lang="en-CH" sz="2000">
                    <a:latin typeface="Aptos Light" panose="020B0004020202020204" pitchFamily="34" charset="0"/>
                  </a:rPr>
                  <a:t>Decision criteria emphasize: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CH">
                    <a:latin typeface="Aptos Light" panose="020B0004020202020204" pitchFamily="34" charset="0"/>
                  </a:rPr>
                  <a:t>Calibration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CH" dirty="0">
                    <a:latin typeface="Aptos Light" panose="020B0004020202020204" pitchFamily="34" charset="0"/>
                  </a:rPr>
                  <a:t>Stability</a:t>
                </a:r>
              </a:p>
              <a:p>
                <a:pPr lvl="1">
                  <a:spcAft>
                    <a:spcPts val="300"/>
                  </a:spcAft>
                </a:pPr>
                <a:r>
                  <a:rPr lang="en-CH">
                    <a:latin typeface="Aptos Light" panose="020B0004020202020204" pitchFamily="34" charset="0"/>
                  </a:rPr>
                  <a:t>Tail behaviour</a:t>
                </a:r>
                <a:endParaRPr lang="en-CH" dirty="0">
                  <a:latin typeface="Aptos Light" panose="020B0004020202020204" pitchFamily="34" charset="0"/>
                </a:endParaRPr>
              </a:p>
              <a:p>
                <a:pPr lvl="1">
                  <a:spcAft>
                    <a:spcPts val="300"/>
                  </a:spcAft>
                </a:pPr>
                <a:r>
                  <a:rPr lang="en-CH">
                    <a:latin typeface="Aptos Light" panose="020B0004020202020204" pitchFamily="34" charset="0"/>
                  </a:rPr>
                  <a:t>Adequacy</a:t>
                </a:r>
                <a:endParaRPr lang="en-CH" sz="2000">
                  <a:latin typeface="Aptos Light" panose="020B0004020202020204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CH" dirty="0">
                  <a:latin typeface="Aptos Light" panose="020B0004020202020204" pitchFamily="34" charset="0"/>
                </a:endParaRPr>
              </a:p>
              <a:p>
                <a:pPr lvl="1">
                  <a:spcAft>
                    <a:spcPts val="300"/>
                  </a:spcAft>
                </a:pPr>
                <a:endParaRPr lang="en-CH" dirty="0">
                  <a:latin typeface="Aptos Light" panose="020B0004020202020204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CH" dirty="0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9" name="Content Placeholder 24">
                <a:extLst>
                  <a:ext uri="{FF2B5EF4-FFF2-40B4-BE49-F238E27FC236}">
                    <a16:creationId xmlns:a16="http://schemas.microsoft.com/office/drawing/2014/main" id="{5E65D611-981B-4A3A-2D12-C2B5B8ED2F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470" y="1709117"/>
                <a:ext cx="8693729" cy="4015408"/>
              </a:xfrm>
              <a:blipFill>
                <a:blip r:embed="rId2"/>
                <a:stretch>
                  <a:fillRect l="-631" t="-7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139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9ECB4-3BD2-E1A2-D2F2-2DE4CC8D2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2C241B4-A5B1-2D5E-257A-CE77C6EBAE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03 Baseline models: GLM Toolkit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719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35B2D-A587-819E-B2CB-14949B17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267094-4E14-E07B-B0CB-17F4D5D06D8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CH">
                    <a:latin typeface="Aptos Light" panose="020B0004020202020204" pitchFamily="34" charset="0"/>
                  </a:rPr>
                  <a:t>Incidence baseline: Logit GLM (sparse </a:t>
                </a:r>
                <a14:m>
                  <m:oMath xmlns:m="http://schemas.openxmlformats.org/officeDocument/2006/math">
                    <m:r>
                      <a:rPr lang="en-CH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CH">
                    <a:latin typeface="Aptos Light" panose="020B0004020202020204" pitchFamily="34" charset="0"/>
                  </a:rPr>
                  <a:t> regularised)</a:t>
                </a:r>
                <a:endParaRPr lang="en-GB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D267094-4E14-E07B-B0CB-17F4D5D06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68" t="-18280" b="-33333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591D55-22E6-1510-EE9B-560E4A576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0A34A-5E75-91F7-66FD-115F15CC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11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FEC91-3947-3476-3BAF-38F8AB498551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A sparse, regularised logit GLM typically gives a stable, audit-ready incidence baseline which is strong enough to benchmark any FFNN lift.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54D5D351-5733-740C-951C-6266CA546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0" y="1991527"/>
            <a:ext cx="11139055" cy="847125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en-GB" sz="2000">
                <a:latin typeface="Aptos Light" panose="020B0004020202020204" pitchFamily="34" charset="0"/>
              </a:rPr>
              <a:t>Logisti</a:t>
            </a:r>
            <a:r>
              <a:rPr lang="en-CH" sz="2000">
                <a:latin typeface="Aptos Light" panose="020B0004020202020204" pitchFamily="34" charset="0"/>
              </a:rPr>
              <a:t>c regression on exposure-month rows (one-hot categoricals + scaled numerics)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Rare event focus: PR-AUC and Lift@10 matter more than ROC AUC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95D902-C2A7-E407-A50D-9CDB94DDB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42" y="2867227"/>
            <a:ext cx="3945887" cy="349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38E100E-CC00-E50D-E719-7745A26451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097" y="2838652"/>
            <a:ext cx="6675393" cy="329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59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8F683-8084-19B3-F947-8BE76EC29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7570-805B-E3FF-0085-6F7E3B98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Severity baseline: Tweedie GLM (log link)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1FF689-C87D-E499-1D13-FA458F734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36615-7FAF-17BD-EED5-827270027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12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4C87A9A-DA8A-B1FA-3212-81B77BAAA82C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May be ideal as the audit-ready benchmark for any FFNN gain.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6DCE30B8-9778-1F0A-0F29-6B02A4567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0" y="1632917"/>
            <a:ext cx="11139055" cy="1015033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en-GB" sz="2000">
                <a:latin typeface="Aptos Light" panose="020B0004020202020204" pitchFamily="34" charset="0"/>
              </a:rPr>
              <a:t>T</a:t>
            </a:r>
            <a:r>
              <a:rPr lang="en-CH" sz="2000">
                <a:latin typeface="Aptos Light" panose="020B0004020202020204" pitchFamily="34" charset="0"/>
              </a:rPr>
              <a:t>weedie with log link is a robust baseline for skewed positive distributions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Evaluate central accura</a:t>
            </a:r>
            <a:r>
              <a:rPr lang="en-GB" sz="2000">
                <a:latin typeface="Aptos Light" panose="020B0004020202020204" pitchFamily="34" charset="0"/>
              </a:rPr>
              <a:t>c</a:t>
            </a:r>
            <a:r>
              <a:rPr lang="en-CH" sz="2000">
                <a:latin typeface="Aptos Light" panose="020B0004020202020204" pitchFamily="34" charset="0"/>
              </a:rPr>
              <a:t>y and tail behaviour</a:t>
            </a:r>
          </a:p>
          <a:p>
            <a:pPr>
              <a:spcAft>
                <a:spcPts val="300"/>
              </a:spcAft>
            </a:pPr>
            <a:endParaRPr lang="en-CH" sz="2000">
              <a:latin typeface="Aptos Light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2F65DD-2FA1-C63F-9C15-F89DF823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550032"/>
            <a:ext cx="3867150" cy="38148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A2DA70-489B-14D9-8A68-DAA143296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548924"/>
            <a:ext cx="3928818" cy="3816000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100969D-0720-BB8F-2B9B-E0C2C4B18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184223"/>
              </p:ext>
            </p:extLst>
          </p:nvPr>
        </p:nvGraphicFramePr>
        <p:xfrm>
          <a:off x="9158043" y="2734945"/>
          <a:ext cx="24840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94104098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220497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Mean actual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106,135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20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Mean predicted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106,932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50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MAE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47,339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1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RMSE log1p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0.5587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094265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Tail MAE P90+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89,130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824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921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5D5DA-8416-D6EA-6FDF-2C0BBDC27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92F669-925C-A62D-0322-73BF7B70AA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04 FFNN Challenger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728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DF69-F5AD-C691-7974-E39BC14A2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3183D-E820-99F9-AF7D-E9E43F68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FFNN as a structured extension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9F021-D686-455D-FE65-9B1A88ACD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9A3BF-CC69-3A55-AA97-AEE2EC82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14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38F6BB2-159F-9E8B-7FA6-8CAF8DD24C7A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CH" sz="2000">
                <a:latin typeface="Aptos Light" panose="020B0004020202020204" pitchFamily="34" charset="0"/>
              </a:rPr>
              <a:t>FFNNs should avoid a “black box” connotation by proper governance and validation.</a:t>
            </a: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828222ED-1797-74AE-0CDD-18C0B380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0" y="1632917"/>
            <a:ext cx="11139055" cy="1015033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Same frequency—sever</a:t>
            </a:r>
            <a:r>
              <a:rPr lang="en-GB" sz="2000">
                <a:latin typeface="Aptos Light" panose="020B0004020202020204" pitchFamily="34" charset="0"/>
              </a:rPr>
              <a:t>i</a:t>
            </a:r>
            <a:r>
              <a:rPr lang="en-CH" sz="2000">
                <a:latin typeface="Aptos Light" panose="020B0004020202020204" pitchFamily="34" charset="0"/>
              </a:rPr>
              <a:t>ty actuarial structure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Governance discipline: controlled transforms, bounded outputs, and reproducibility</a:t>
            </a:r>
          </a:p>
          <a:p>
            <a:pPr>
              <a:spcAft>
                <a:spcPts val="300"/>
              </a:spcAft>
            </a:pPr>
            <a:endParaRPr lang="en-CH" sz="2000">
              <a:latin typeface="Aptos Light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74D655-AAD5-A928-8370-7D63FF350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2466975"/>
            <a:ext cx="1132522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808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C4C6-65EC-6E1D-2BD9-F6D100D3B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4E7DA-FACB-E114-1B4E-9570C334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FFNN incidence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3EAB8-201C-F2DD-6FDC-16B97B97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ACE78-AD18-1732-6FAD-C0F12F8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15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41FC76-F5CF-E01D-6379-57D20EF2AC05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FFNN incidence improves rare-event ranking and calibration.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2CF0ABFB-1F84-2413-461A-72307DD8C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0" y="1709117"/>
            <a:ext cx="11139055" cy="4015408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endParaRPr lang="en-CH" sz="2000">
              <a:latin typeface="Aptos Light" panose="020B0004020202020204" pitchFamily="34" charset="0"/>
            </a:endParaRPr>
          </a:p>
          <a:p>
            <a:pPr>
              <a:spcAft>
                <a:spcPts val="300"/>
              </a:spcAft>
            </a:pPr>
            <a:endParaRPr lang="en-CH" sz="2000">
              <a:latin typeface="Aptos Light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4FC598-7F59-BD4F-EECC-1F491BBE6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6" y="2838653"/>
            <a:ext cx="6708924" cy="331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4BE8E3-8A52-B537-1434-A77D2D61C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19" y="2858814"/>
            <a:ext cx="3953211" cy="3492000"/>
          </a:xfrm>
          <a:prstGeom prst="rect">
            <a:avLst/>
          </a:prstGeom>
        </p:spPr>
      </p:pic>
      <p:sp>
        <p:nvSpPr>
          <p:cNvPr id="13" name="Content Placeholder 24">
            <a:extLst>
              <a:ext uri="{FF2B5EF4-FFF2-40B4-BE49-F238E27FC236}">
                <a16:creationId xmlns:a16="http://schemas.microsoft.com/office/drawing/2014/main" id="{03956A08-2CF7-DAEB-8586-ACCE77E7C24C}"/>
              </a:ext>
            </a:extLst>
          </p:cNvPr>
          <p:cNvSpPr txBox="1">
            <a:spLocks/>
          </p:cNvSpPr>
          <p:nvPr/>
        </p:nvSpPr>
        <p:spPr>
          <a:xfrm>
            <a:off x="526470" y="1545878"/>
            <a:ext cx="11303580" cy="14462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ECE drops by 47% relative to GLM, i.e., the average absolute gap betwe</a:t>
            </a:r>
            <a:r>
              <a:rPr lang="en-GB" sz="2000">
                <a:latin typeface="Aptos Light" panose="020B0004020202020204" pitchFamily="34" charset="0"/>
              </a:rPr>
              <a:t>e</a:t>
            </a:r>
            <a:r>
              <a:rPr lang="en-CH" sz="2000">
                <a:latin typeface="Aptos Light" panose="020B0004020202020204" pitchFamily="34" charset="0"/>
              </a:rPr>
              <a:t>n predic</a:t>
            </a:r>
            <a:r>
              <a:rPr lang="en-GB" sz="2000">
                <a:latin typeface="Aptos Light" panose="020B0004020202020204" pitchFamily="34" charset="0"/>
              </a:rPr>
              <a:t>t</a:t>
            </a:r>
            <a:r>
              <a:rPr lang="en-CH" sz="2000">
                <a:latin typeface="Aptos Light" panose="020B0004020202020204" pitchFamily="34" charset="0"/>
              </a:rPr>
              <a:t>ed and observe incidence is substantially smaller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Lift@10 increases 15%, i.e., top 10% highest-scored exp</a:t>
            </a:r>
            <a:r>
              <a:rPr lang="en-GB" sz="2000">
                <a:latin typeface="Aptos Light" panose="020B0004020202020204" pitchFamily="34" charset="0"/>
              </a:rPr>
              <a:t>o</a:t>
            </a:r>
            <a:r>
              <a:rPr lang="en-CH" sz="2000">
                <a:latin typeface="Aptos Light" panose="020B0004020202020204" pitchFamily="34" charset="0"/>
              </a:rPr>
              <a:t>sure-months capture a larger share of claims</a:t>
            </a:r>
          </a:p>
        </p:txBody>
      </p:sp>
    </p:spTree>
    <p:extLst>
      <p:ext uri="{BB962C8B-B14F-4D97-AF65-F5344CB8AC3E}">
        <p14:creationId xmlns:p14="http://schemas.microsoft.com/office/powerpoint/2010/main" val="2976279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82E6-D630-03F3-40B7-31F9EFC4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5474E-F69C-BF9B-6125-143274D2B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FFNN severity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EFD01-1558-43CF-9776-166715E9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310CE-4DED-6955-5529-AA7572BD5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16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0234E4-AF2D-6F14-0FB7-241DE1613EE1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FFNN severity imp</a:t>
            </a:r>
            <a:r>
              <a:rPr lang="en-GB" sz="2000">
                <a:latin typeface="Aptos Light" panose="020B0004020202020204" pitchFamily="34" charset="0"/>
              </a:rPr>
              <a:t>ro</a:t>
            </a:r>
            <a:r>
              <a:rPr lang="en-CH" sz="2000">
                <a:latin typeface="Aptos Light" panose="020B0004020202020204" pitchFamily="34" charset="0"/>
              </a:rPr>
              <a:t>ves fit on typ</a:t>
            </a:r>
            <a:r>
              <a:rPr lang="en-GB" sz="2000">
                <a:latin typeface="Aptos Light" panose="020B0004020202020204" pitchFamily="34" charset="0"/>
              </a:rPr>
              <a:t>ic</a:t>
            </a:r>
            <a:r>
              <a:rPr lang="en-CH" sz="2000">
                <a:latin typeface="Aptos Light" panose="020B0004020202020204" pitchFamily="34" charset="0"/>
              </a:rPr>
              <a:t>al claims (MAE &amp; RMSE) relative to GLM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24">
            <a:extLst>
              <a:ext uri="{FF2B5EF4-FFF2-40B4-BE49-F238E27FC236}">
                <a16:creationId xmlns:a16="http://schemas.microsoft.com/office/drawing/2014/main" id="{665151E9-92F0-3A17-7B1D-E565988C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470" y="1447860"/>
            <a:ext cx="11139055" cy="1219141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</a:rPr>
              <a:t>A lower RMSE suggests a better capture of the multiplicative structure of severity for the bulk of claims </a:t>
            </a:r>
            <a:r>
              <a:rPr lang="en-CH" sz="2000">
                <a:latin typeface="Aptos Light" panose="020B0004020202020204" pitchFamily="34" charset="0"/>
                <a:sym typeface="Wingdings" panose="05000000000000000000" pitchFamily="2" charset="2"/>
              </a:rPr>
              <a:t> smoother pricing relativities</a:t>
            </a:r>
          </a:p>
          <a:p>
            <a:pPr>
              <a:spcAft>
                <a:spcPts val="300"/>
              </a:spcAft>
            </a:pPr>
            <a:r>
              <a:rPr lang="en-CH" sz="2000">
                <a:latin typeface="Aptos Light" panose="020B0004020202020204" pitchFamily="34" charset="0"/>
                <a:sym typeface="Wingdings" panose="05000000000000000000" pitchFamily="2" charset="2"/>
              </a:rPr>
              <a:t>But a higher Tail MAE P90+ suggests less reliability where large claims concentrate</a:t>
            </a:r>
            <a:endParaRPr lang="en-CH" sz="2000">
              <a:latin typeface="Aptos Light" panose="020B0004020202020204" pitchFamily="34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B3D8B02-7925-B7DF-4E42-01BEC2600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65957"/>
              </p:ext>
            </p:extLst>
          </p:nvPr>
        </p:nvGraphicFramePr>
        <p:xfrm>
          <a:off x="9158043" y="2734945"/>
          <a:ext cx="2484000" cy="129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8000">
                  <a:extLst>
                    <a:ext uri="{9D8B030D-6E8A-4147-A177-3AD203B41FA5}">
                      <a16:colId xmlns:a16="http://schemas.microsoft.com/office/drawing/2014/main" val="941040988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1220497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Mean actual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106,135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20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Mean predicted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103,042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150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MAE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36,608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18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RMSE log1p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0.4313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094265"/>
                  </a:ext>
                </a:extLst>
              </a:tr>
              <a:tr h="133985">
                <a:tc>
                  <a:txBody>
                    <a:bodyPr/>
                    <a:lstStyle/>
                    <a:p>
                      <a:r>
                        <a:rPr lang="en-CH" sz="1100">
                          <a:latin typeface="Consolas" panose="020B0609020204030204" pitchFamily="49" charset="0"/>
                        </a:rPr>
                        <a:t>Tail MAE P90+ (CHF)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CH" sz="1100">
                          <a:latin typeface="Consolas" panose="020B0609020204030204" pitchFamily="49" charset="0"/>
                        </a:rPr>
                        <a:t>108,032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82452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B00453C-1F8E-E536-BD72-FC3BD0A49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4" y="2645762"/>
            <a:ext cx="3667125" cy="37048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A1E3E-B20B-5B03-3FBB-5C5132540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603" y="2636237"/>
            <a:ext cx="3667125" cy="370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163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E353-7FB7-46A3-707C-92486A9E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ABF07-7905-BC91-5D1A-95A83D60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Caveat emptor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886B5-BB63-8D8B-AB06-E78D2B61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1E938-E079-0FD5-508F-DC673597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17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62462E5-F40A-4BC5-8430-8F51CCB1458A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300"/>
              </a:spcAft>
              <a:buNone/>
            </a:pPr>
            <a:r>
              <a:rPr lang="en-CH" sz="2000">
                <a:latin typeface="Aptos Light" panose="020B0004020202020204" pitchFamily="34" charset="0"/>
              </a:rPr>
              <a:t>Design choices: our team’s governance principles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E87BC0-687A-60E4-2317-42B9FB156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110263"/>
                  </p:ext>
                </p:extLst>
              </p:nvPr>
            </p:nvGraphicFramePr>
            <p:xfrm>
              <a:off x="526471" y="1633894"/>
              <a:ext cx="11160000" cy="3959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24000">
                      <a:extLst>
                        <a:ext uri="{9D8B030D-6E8A-4147-A177-3AD203B41FA5}">
                          <a16:colId xmlns:a16="http://schemas.microsoft.com/office/drawing/2014/main" val="4085806141"/>
                        </a:ext>
                      </a:extLst>
                    </a:gridCol>
                    <a:gridCol w="4068000">
                      <a:extLst>
                        <a:ext uri="{9D8B030D-6E8A-4147-A177-3AD203B41FA5}">
                          <a16:colId xmlns:a16="http://schemas.microsoft.com/office/drawing/2014/main" val="2116274929"/>
                        </a:ext>
                      </a:extLst>
                    </a:gridCol>
                    <a:gridCol w="4068000">
                      <a:extLst>
                        <a:ext uri="{9D8B030D-6E8A-4147-A177-3AD203B41FA5}">
                          <a16:colId xmlns:a16="http://schemas.microsoft.com/office/drawing/2014/main" val="7523674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We do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We avoid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Governance rationale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35535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Hybrid framework</a:t>
                          </a:r>
                        </a:p>
                        <a:p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(GLM baseline </a:t>
                          </a:r>
                          <a14:m>
                            <m:oMath xmlns:m="http://schemas.openxmlformats.org/officeDocument/2006/math">
                              <m:r>
                                <a:rPr lang="en-CH" sz="1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 FFNN challenger)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Winner-takes-all replacement witho</a:t>
                          </a: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u</a:t>
                          </a:r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t a challenger</a:t>
                          </a:r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Preserves a stable benchnark; enables controlled promotion/rollback</a:t>
                          </a:r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715838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Time split </a:t>
                          </a:r>
                          <a14:m>
                            <m:oMath xmlns:m="http://schemas.openxmlformats.org/officeDocument/2006/math">
                              <m:r>
                                <a:rPr lang="en-CH" sz="1400" kern="120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 rolling-window evaluation</a:t>
                          </a:r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Single random split as primary evidence</a:t>
                          </a:r>
                        </a:p>
                        <a:p>
                          <a:pPr algn="l"/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Reduces overfitting and improves stability evidence under drift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535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Rare-event metrics</a:t>
                          </a:r>
                          <a:endParaRPr lang="en-CH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PR-AUC, Lift@10 + calibration checks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AUC-only conclusions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Pricing needs calibrated probabilities; ranking alone is insufficient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0323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FFNN embeddings only for justified high-cardinality fields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Unbounded architecture growth / excessive depth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Controls complexity; improves reproducibility and reviewability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65586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Severity trained on log1p(cost) with smearing + level calibration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Back-transform without bias correction (median-like predictions)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Avoids systematic underprediction on the CHF scale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0257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Segment adequacy with credibility filters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Portfolio-only adequacy sign-off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Prevents hidden pockets of mispricing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88923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Versioning + run metadata</a:t>
                          </a:r>
                          <a:endParaRPr lang="en-CH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(seed, cutoff, library versions)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Results without reproducibility </a:t>
                          </a:r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rtifacts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Enables audit trail and repeatable validation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69148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10E87BC0-687A-60E4-2317-42B9FB156CB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4110263"/>
                  </p:ext>
                </p:extLst>
              </p:nvPr>
            </p:nvGraphicFramePr>
            <p:xfrm>
              <a:off x="526471" y="1633894"/>
              <a:ext cx="11160000" cy="3959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024000">
                      <a:extLst>
                        <a:ext uri="{9D8B030D-6E8A-4147-A177-3AD203B41FA5}">
                          <a16:colId xmlns:a16="http://schemas.microsoft.com/office/drawing/2014/main" val="4085806141"/>
                        </a:ext>
                      </a:extLst>
                    </a:gridCol>
                    <a:gridCol w="4068000">
                      <a:extLst>
                        <a:ext uri="{9D8B030D-6E8A-4147-A177-3AD203B41FA5}">
                          <a16:colId xmlns:a16="http://schemas.microsoft.com/office/drawing/2014/main" val="2116274929"/>
                        </a:ext>
                      </a:extLst>
                    </a:gridCol>
                    <a:gridCol w="4068000">
                      <a:extLst>
                        <a:ext uri="{9D8B030D-6E8A-4147-A177-3AD203B41FA5}">
                          <a16:colId xmlns:a16="http://schemas.microsoft.com/office/drawing/2014/main" val="75236741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We do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We avoid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>
                              <a:latin typeface="Aptos Light" panose="020B0004020202020204" pitchFamily="34" charset="0"/>
                            </a:rPr>
                            <a:t>Governance rationale</a:t>
                          </a:r>
                          <a:endParaRPr lang="en-GB" sz="1400">
                            <a:latin typeface="Aptos Light" panose="020B0004020202020204" pitchFamily="34" charset="0"/>
                          </a:endParaRPr>
                        </a:p>
                      </a:txBody>
                      <a:tcPr anchor="ctr">
                        <a:solidFill>
                          <a:srgbClr val="6688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63553569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" t="-96341" r="-270161" b="-6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Winner-takes-all replacement witho</a:t>
                          </a: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u</a:t>
                          </a:r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t a challenger</a:t>
                          </a:r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Preserves a stable benchnark; enables controlled promotion/rollback</a:t>
                          </a:r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7158384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2" t="-196341" r="-270161" b="-513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Single random split as primary evidence</a:t>
                          </a:r>
                        </a:p>
                        <a:p>
                          <a:pPr algn="l"/>
                          <a:endParaRPr lang="en-GB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Reduces overfitting and improves stability evidence under drift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2535652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Rare-event metrics</a:t>
                          </a:r>
                          <a:endParaRPr lang="en-CH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PR-AUC, Lift@10 + calibration checks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AUC-only conclusions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Pricing needs calibrated probabilities; ranking alone is insufficient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63032309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FFNN embeddings only for justified high-cardinality fields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Unbounded architecture growth / excessive depth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Controls complexity; improves reproducibility and reviewability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6558633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Severity trained on log1p(cost) with smearing + level calibration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Back-transform without bias correction (median-like predictions)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Avoids systematic underprediction on the CHF scale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502574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Segment adequacy with credibility filters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Portfolio-only adequacy sign-off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Prevents hidden pockets of mispricing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0889235"/>
                      </a:ext>
                    </a:extLst>
                  </a:tr>
                  <a:tr h="498720">
                    <a:tc>
                      <a:txBody>
                        <a:bodyPr/>
                        <a:lstStyle/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Versioning + run metadata</a:t>
                          </a:r>
                          <a:endParaRPr lang="en-CH" sz="1400" kern="1200">
                            <a:solidFill>
                              <a:schemeClr val="dk1"/>
                            </a:solidFill>
                            <a:latin typeface="Aptos Light" panose="020B0004020202020204" pitchFamily="34" charset="0"/>
                            <a:ea typeface="+mn-ea"/>
                            <a:cs typeface="+mn-cs"/>
                          </a:endParaRPr>
                        </a:p>
                        <a:p>
                          <a:pPr marL="0" algn="l" defTabSz="914400" rtl="0" eaLnBrk="1" fontAlgn="b" latinLnBrk="0" hangingPunct="1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(seed, cutoff, library versions)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Results without reproducibility </a:t>
                          </a:r>
                          <a:r>
                            <a:rPr lang="en-CH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a</a:t>
                          </a: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rtifacts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400" kern="1200">
                              <a:solidFill>
                                <a:schemeClr val="dk1"/>
                              </a:solidFill>
                              <a:latin typeface="Aptos Light" panose="020B0004020202020204" pitchFamily="34" charset="0"/>
                              <a:ea typeface="+mn-ea"/>
                              <a:cs typeface="+mn-cs"/>
                            </a:rPr>
                            <a:t>Enables audit trail and repeatable validation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691480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35670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9CEC-B48E-EF4D-0A70-AC05C4F69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43F27A-33C4-CED1-1058-1E4365A289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0622" y="2971799"/>
            <a:ext cx="10946412" cy="1590675"/>
          </a:xfrm>
        </p:spPr>
        <p:txBody>
          <a:bodyPr>
            <a:normAutofit/>
          </a:bodyPr>
          <a:lstStyle/>
          <a:p>
            <a:r>
              <a:rPr lang="en-CH"/>
              <a:t>05 Decision Framework and adoption path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619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8CD03-304D-3E6B-44CB-B851E9ADB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3299-B028-6E2A-72BD-366958CD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GLM vs FFNN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374A3-3A08-6C51-BA4D-4F70B40D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1691F-C53D-B7A2-280E-D59A7468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19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9EEFFE-26CC-56F6-5C9D-8A073CE8E278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FFNN delivers better incidence calibration and risk ranking; GLM remains the stabilit</a:t>
            </a:r>
            <a:r>
              <a:rPr lang="en-GB" sz="2000">
                <a:latin typeface="Aptos Light" panose="020B0004020202020204" pitchFamily="34" charset="0"/>
              </a:rPr>
              <a:t>y</a:t>
            </a:r>
            <a:r>
              <a:rPr lang="en-CH" sz="2000">
                <a:latin typeface="Aptos Light" panose="020B0004020202020204" pitchFamily="34" charset="0"/>
              </a:rPr>
              <a:t> anchor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47A0D41-57B2-C257-C0F0-A6B931822C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2238233"/>
                  </p:ext>
                </p:extLst>
              </p:nvPr>
            </p:nvGraphicFramePr>
            <p:xfrm>
              <a:off x="526471" y="1781760"/>
              <a:ext cx="6012000" cy="3294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68000">
                      <a:extLst>
                        <a:ext uri="{9D8B030D-6E8A-4147-A177-3AD203B41FA5}">
                          <a16:colId xmlns:a16="http://schemas.microsoft.com/office/drawing/2014/main" val="941040988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2049741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55812901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576647953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243524607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Metric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Actual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GLM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FFNN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FFNN</a:t>
                          </a:r>
                          <a14:m>
                            <m:oMath xmlns:m="http://schemas.openxmlformats.org/officeDocument/2006/math">
                              <m:r>
                                <a:rPr lang="en-CH" sz="11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CH" sz="11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÷ </m:t>
                              </m:r>
                            </m:oMath>
                          </a14:m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GLM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2044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Observed rate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0.010667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0.012385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16%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0.011223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5%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0.9063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61504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AUC (ROC)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0.6065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0.6380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2180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PR-AUC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0.0166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0.0192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094265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Brier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0.0106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824522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Lift@10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0.2135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0.2578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6083711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Mean cost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106,135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106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932</a:t>
                          </a:r>
                          <a:endParaRPr lang="en-CH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0.8%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102,292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3.6%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224303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MAE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36,534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3981030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RMSE log1p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0.4313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042987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Tail MAE P90+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108,032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82551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1,132.11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31</a:t>
                          </a:r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0.62</a:t>
                          </a:r>
                        </a:p>
                        <a:p>
                          <a:pPr algn="r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16%</a:t>
                          </a:r>
                          <a:endParaRPr lang="en-GB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1,155.26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2%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0.8815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6257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C47A0D41-57B2-C257-C0F0-A6B931822C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2238233"/>
                  </p:ext>
                </p:extLst>
              </p:nvPr>
            </p:nvGraphicFramePr>
            <p:xfrm>
              <a:off x="526471" y="1781760"/>
              <a:ext cx="6012000" cy="32944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268000">
                      <a:extLst>
                        <a:ext uri="{9D8B030D-6E8A-4147-A177-3AD203B41FA5}">
                          <a16:colId xmlns:a16="http://schemas.microsoft.com/office/drawing/2014/main" val="941040988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1220497411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val="2558129015"/>
                        </a:ext>
                      </a:extLst>
                    </a:gridCol>
                    <a:gridCol w="864000">
                      <a:extLst>
                        <a:ext uri="{9D8B030D-6E8A-4147-A177-3AD203B41FA5}">
                          <a16:colId xmlns:a16="http://schemas.microsoft.com/office/drawing/2014/main" val="3576647953"/>
                        </a:ext>
                      </a:extLst>
                    </a:gridCol>
                    <a:gridCol w="936000">
                      <a:extLst>
                        <a:ext uri="{9D8B030D-6E8A-4147-A177-3AD203B41FA5}">
                          <a16:colId xmlns:a16="http://schemas.microsoft.com/office/drawing/2014/main" val="2435246078"/>
                        </a:ext>
                      </a:extLst>
                    </a:gridCol>
                  </a:tblGrid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Metric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Actual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GLM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FFNN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40909" b="-11767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204409"/>
                      </a:ext>
                    </a:extLst>
                  </a:tr>
                  <a:tr h="4072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Observed rate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0.010667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0395" t="-65152" r="-167232" b="-6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6620" t="-65152" r="-108451" b="-6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0.9063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615046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AUC (ROC)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0.6065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0.6380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21805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PR-AUC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0.0166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0.0192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09426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Brier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0.0106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82452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Lift@10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0.2135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0.2578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6083711"/>
                      </a:ext>
                    </a:extLst>
                  </a:tr>
                  <a:tr h="4072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Mean cost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106,135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0395" t="-424242" r="-167232" b="-307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6620" t="-424242" r="-108451" b="-3075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224303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MAE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36,534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398103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RMSE log1p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0.4313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042987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Tail MAE P90+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108,032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82551"/>
                      </a:ext>
                    </a:extLst>
                  </a:tr>
                  <a:tr h="40728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1,132.11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0395" t="-707463" r="-167232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86620" t="-707463" r="-108451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0.8815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62578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Content Placeholder 24">
            <a:extLst>
              <a:ext uri="{FF2B5EF4-FFF2-40B4-BE49-F238E27FC236}">
                <a16:creationId xmlns:a16="http://schemas.microsoft.com/office/drawing/2014/main" id="{24E8B5ED-C72C-1090-583F-5CE96297E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295" y="1715085"/>
            <a:ext cx="4683705" cy="4276140"/>
          </a:xfrm>
        </p:spPr>
        <p:txBody>
          <a:bodyPr>
            <a:norm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CH" sz="1800">
                <a:latin typeface="Aptos Light" panose="020B0004020202020204" pitchFamily="34" charset="0"/>
              </a:rPr>
              <a:t>FFNN relative to GLM:</a:t>
            </a:r>
          </a:p>
          <a:p>
            <a:pPr>
              <a:spcAft>
                <a:spcPts val="300"/>
              </a:spcAft>
            </a:pPr>
            <a:r>
              <a:rPr lang="en-CH" sz="1800">
                <a:latin typeface="Aptos Light" panose="020B0004020202020204" pitchFamily="34" charset="0"/>
              </a:rPr>
              <a:t>AUC uplift suggests a meaningful improvement in ranking power</a:t>
            </a:r>
          </a:p>
          <a:p>
            <a:pPr>
              <a:spcAft>
                <a:spcPts val="300"/>
              </a:spcAft>
            </a:pPr>
            <a:r>
              <a:rPr lang="en-CH" sz="1800">
                <a:latin typeface="Aptos Light" panose="020B0004020202020204" pitchFamily="34" charset="0"/>
              </a:rPr>
              <a:t>PR-AUC imp</a:t>
            </a:r>
            <a:r>
              <a:rPr lang="en-GB" sz="1800">
                <a:latin typeface="Aptos Light" panose="020B0004020202020204" pitchFamily="34" charset="0"/>
              </a:rPr>
              <a:t>ro</a:t>
            </a:r>
            <a:r>
              <a:rPr lang="en-CH" sz="1800">
                <a:latin typeface="Aptos Light" panose="020B0004020202020204" pitchFamily="34" charset="0"/>
              </a:rPr>
              <a:t>vement is more meaningful for rare events because it focuses perramance in the “positive” class</a:t>
            </a:r>
          </a:p>
          <a:p>
            <a:pPr>
              <a:spcAft>
                <a:spcPts val="300"/>
              </a:spcAft>
            </a:pPr>
            <a:r>
              <a:rPr lang="en-CH" sz="1800">
                <a:latin typeface="Aptos Light" panose="020B0004020202020204" pitchFamily="34" charset="0"/>
              </a:rPr>
              <a:t>Brier change is negligible, which suggests both models have similar average probability error in the full population</a:t>
            </a:r>
          </a:p>
          <a:p>
            <a:pPr>
              <a:spcAft>
                <a:spcPts val="300"/>
              </a:spcAft>
            </a:pPr>
            <a:endParaRPr lang="en-CH" sz="1800">
              <a:latin typeface="Aptos Light" panose="020B0004020202020204" pitchFamily="34" charset="0"/>
            </a:endParaRPr>
          </a:p>
          <a:p>
            <a:pPr lvl="1">
              <a:spcAft>
                <a:spcPts val="300"/>
              </a:spcAft>
            </a:pPr>
            <a:endParaRPr lang="en-CH" sz="1100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324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A4CBB-5FFF-AA8B-C5CF-B686E328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2483D-5CE3-F333-09BD-12A13959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Hybrid alternatives 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96F52-79F3-8EBF-85E0-670BA57C8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828BD-A35D-2A17-8304-AFCC0A5F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20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8231E1-D022-5353-6E73-E96D729957B6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7078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Hybrid alternative isolate where the lift really comes from, so we can choose the strongest governance-to-performance trade-off.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4">
                <a:extLst>
                  <a:ext uri="{FF2B5EF4-FFF2-40B4-BE49-F238E27FC236}">
                    <a16:creationId xmlns:a16="http://schemas.microsoft.com/office/drawing/2014/main" id="{B787633D-2E42-77DE-6ADD-6D67B5B814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6470" y="1871043"/>
                <a:ext cx="11139055" cy="279620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300"/>
                  </a:spcAft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Let</a:t>
                </a: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Total exposure = </a:t>
                </a:r>
                <a14:m>
                  <m:oMath xmlns:m="http://schemas.openxmlformats.org/officeDocument/2006/math">
                    <m:r>
                      <a:rPr lang="en-CH" sz="1600" i="1" smtClean="0">
                        <a:latin typeface="Cambria Math" panose="02040503050406030204" pitchFamily="18" charset="0"/>
                      </a:rPr>
                      <m:t>36,000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exposure-months</a:t>
                </a: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lang="en-CH" sz="1600" dirty="0">
                    <a:latin typeface="Aptos Light" panose="020B0004020202020204" pitchFamily="34" charset="0"/>
                  </a:rPr>
                  <a:t>Actual cost </a:t>
                </a:r>
                <a14:m>
                  <m:oMath xmlns:m="http://schemas.openxmlformats.org/officeDocument/2006/math">
                    <m:r>
                      <a:rPr lang="en-CH" sz="160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CH" sz="1600">
                        <a:latin typeface="Cambria Math" panose="02040503050406030204" pitchFamily="18" charset="0"/>
                      </a:rPr>
                      <m:t> = 40,755,967</m:t>
                    </m:r>
                  </m:oMath>
                </a14:m>
                <a:endParaRPr lang="en-CH" sz="1600">
                  <a:latin typeface="Aptos Light" panose="020B0004020202020204" pitchFamily="34" charset="0"/>
                </a:endParaRP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Expected cost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CH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CH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̂"/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H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acc>
                          </m:e>
                          <m:sub>
                            <m:r>
                              <a:rPr lang="en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H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is the exposure months weight,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H" sz="16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CH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H" sz="1600" dirty="0">
                    <a:latin typeface="Aptos Light" panose="020B0004020202020204" pitchFamily="34" charset="0"/>
                  </a:rPr>
                  <a:t> </a:t>
                </a:r>
                <a:r>
                  <a:rPr lang="en-CH" sz="1600">
                    <a:latin typeface="Aptos Light" panose="020B0004020202020204" pitchFamily="34" charset="0"/>
                  </a:rPr>
                  <a:t>is the predicted incidence probability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H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</m:acc>
                      </m:e>
                      <m:sub>
                        <m:r>
                          <a:rPr lang="en-CH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CH" sz="1600" dirty="0">
                    <a:latin typeface="Aptos Light" panose="020B0004020202020204" pitchFamily="34" charset="0"/>
                  </a:rPr>
                  <a:t> </a:t>
                </a:r>
                <a:r>
                  <a:rPr lang="en-CH" sz="1600">
                    <a:latin typeface="Aptos Light" panose="020B0004020202020204" pitchFamily="34" charset="0"/>
                  </a:rPr>
                  <a:t>is the pred</a:t>
                </a:r>
                <a:r>
                  <a:rPr lang="en-GB" sz="1600">
                    <a:latin typeface="Aptos Light" panose="020B0004020202020204" pitchFamily="34" charset="0"/>
                  </a:rPr>
                  <a:t>i</a:t>
                </a:r>
                <a:r>
                  <a:rPr lang="en-CH" sz="1600">
                    <a:latin typeface="Aptos Light" panose="020B0004020202020204" pitchFamily="34" charset="0"/>
                  </a:rPr>
                  <a:t>cted conditional mean claim cost</a:t>
                </a:r>
              </a:p>
              <a:p>
                <a:pPr marL="0" indent="0">
                  <a:spcAft>
                    <a:spcPts val="300"/>
                  </a:spcAft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Then</a:t>
                </a:r>
              </a:p>
              <a:p>
                <a:pPr marL="0" indent="0">
                  <a:spcAft>
                    <a:spcPts val="3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H" sz="16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𝑃𝑃</m:t>
                            </m:r>
                          </m:e>
                        </m:acc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H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CH" sz="1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H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CH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H" sz="16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𝐹𝐹𝑁𝑁</m:t>
                                </m:r>
                              </m:sup>
                            </m:sSubSup>
                            <m:r>
                              <a:rPr lang="en-CH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Sup>
                              <m:sSubSup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CH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H" sz="16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𝐺𝐿𝑀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CH" sz="1600" dirty="0">
                    <a:latin typeface="Aptos Light" panose="020B0004020202020204" pitchFamily="34" charset="0"/>
                  </a:rPr>
                  <a:t>  </a:t>
                </a:r>
                <a:r>
                  <a:rPr lang="en-CH" sz="1600">
                    <a:latin typeface="Aptos Light" panose="020B0004020202020204" pitchFamily="34" charset="0"/>
                  </a:rPr>
                  <a:t>is the hybrid A pure premium,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H" sz="1600" i="1">
                                <a:latin typeface="Cambria Math" panose="02040503050406030204" pitchFamily="18" charset="0"/>
                              </a:rPr>
                              <m:t>𝑃𝑃</m:t>
                            </m:r>
                          </m:e>
                        </m:acc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CH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CH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H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CH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H" sz="1600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𝐺𝐿𝑀</m:t>
                                </m:r>
                              </m:sup>
                            </m:sSubSup>
                            <m:r>
                              <a:rPr lang="en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sSubSup>
                              <m:sSubSup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CH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CH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𝐹𝐹𝑁𝑁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CH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H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CH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CH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endParaRPr lang="en-CH" sz="1600" dirty="0">
                  <a:latin typeface="Aptos Light" panose="020B0004020202020204" pitchFamily="34" charset="0"/>
                </a:endParaRPr>
              </a:p>
              <a:p>
                <a:pPr>
                  <a:spcAft>
                    <a:spcPts val="300"/>
                  </a:spcAft>
                </a:pPr>
                <a:endParaRPr lang="en-CH" sz="1600" dirty="0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4">
                <a:extLst>
                  <a:ext uri="{FF2B5EF4-FFF2-40B4-BE49-F238E27FC236}">
                    <a16:creationId xmlns:a16="http://schemas.microsoft.com/office/drawing/2014/main" id="{B787633D-2E42-77DE-6ADD-6D67B5B814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6470" y="1871043"/>
                <a:ext cx="11139055" cy="2796208"/>
              </a:xfrm>
              <a:blipFill>
                <a:blip r:embed="rId2"/>
                <a:stretch>
                  <a:fillRect l="-274" t="-654" b="-71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7C0F84-53FE-29D2-E980-C0A3BA617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327179"/>
              </p:ext>
            </p:extLst>
          </p:nvPr>
        </p:nvGraphicFramePr>
        <p:xfrm>
          <a:off x="526470" y="4717995"/>
          <a:ext cx="10980000" cy="1520880"/>
        </p:xfrm>
        <a:graphic>
          <a:graphicData uri="http://schemas.openxmlformats.org/drawingml/2006/table">
            <a:tbl>
              <a:tblPr/>
              <a:tblGrid>
                <a:gridCol w="2340000">
                  <a:extLst>
                    <a:ext uri="{9D8B030D-6E8A-4147-A177-3AD203B41FA5}">
                      <a16:colId xmlns:a16="http://schemas.microsoft.com/office/drawing/2014/main" val="1348159775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476518009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642038144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86100926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4284794412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354717862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Model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Expected Total Cost (CHF)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Pure Premium</a:t>
                      </a:r>
                      <a:endParaRPr lang="en-CH" sz="1100" b="1">
                        <a:latin typeface="Consolas" panose="020B0609020204030204" pitchFamily="49" charset="0"/>
                      </a:endParaRPr>
                    </a:p>
                    <a:p>
                      <a:pPr algn="r"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(CHF / exp-mo)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O/E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PP Error vs Actual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1">
                          <a:latin typeface="Consolas" panose="020B0609020204030204" pitchFamily="49" charset="0"/>
                        </a:rPr>
                        <a:t>Comment</a:t>
                      </a:r>
                    </a:p>
                  </a:txBody>
                  <a:tcPr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11717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>
                          <a:latin typeface="Consolas" panose="020B0609020204030204" pitchFamily="49" charset="0"/>
                        </a:rPr>
                        <a:t>GLM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47,182,238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1,310.62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0.864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+15.8%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Material overstatement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20566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>
                          <a:latin typeface="Consolas" panose="020B0609020204030204" pitchFamily="49" charset="0"/>
                        </a:rPr>
                        <a:t>FFNN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40,963,136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1,137.86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0.995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+0.5%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Closest to adequacy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193179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>
                          <a:latin typeface="Consolas" panose="020B0609020204030204" pitchFamily="49" charset="0"/>
                        </a:rPr>
                        <a:t>Hybrid A</a:t>
                      </a:r>
                      <a:r>
                        <a:rPr lang="en-CH" sz="1100" b="0">
                          <a:latin typeface="Consolas" panose="020B0609020204030204" pitchFamily="49" charset="0"/>
                        </a:rPr>
                        <a:t> (FFNN inc, GLM sev)</a:t>
                      </a:r>
                      <a:endParaRPr lang="en-GB" sz="1100" b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41,837,421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1,162.15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0.974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+2.7%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Best hybrid bridg</a:t>
                      </a:r>
                      <a:r>
                        <a:rPr lang="en-CH" sz="1100">
                          <a:latin typeface="Consolas" panose="020B0609020204030204" pitchFamily="49" charset="0"/>
                        </a:rPr>
                        <a:t>e</a:t>
                      </a:r>
                      <a:endParaRPr lang="en-GB" sz="110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71497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 b="0">
                          <a:latin typeface="Consolas" panose="020B0609020204030204" pitchFamily="49" charset="0"/>
                        </a:rPr>
                        <a:t>Hybrid B</a:t>
                      </a:r>
                      <a:r>
                        <a:rPr lang="en-CH" sz="1100" b="0">
                          <a:latin typeface="Consolas" panose="020B0609020204030204" pitchFamily="49" charset="0"/>
                        </a:rPr>
                        <a:t> (GLM inc, FFNN sev)</a:t>
                      </a:r>
                      <a:endParaRPr lang="en-GB" sz="1100" b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45,609,436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1,266.93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0.894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+11.9%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100">
                          <a:latin typeface="Consolas" panose="020B0609020204030204" pitchFamily="49" charset="0"/>
                        </a:rPr>
                        <a:t>Still too conservative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5581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522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3100-8B9E-FBFD-D43E-00688DAC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C0E50-A04F-A7A3-7EDB-A38208374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Model comparison scorecard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425CCD-E880-9773-C6CB-7F1740D0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5BCE3-C7D6-B9BE-EF99-AA79BEB8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21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DD9AD0-9F67-9952-CFD6-E63145F581DE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A scorecard traces performance driver and supports a clear go/no-go decision.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0E3D82EB-19D5-7047-7280-E9EE64CD7F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229944"/>
                  </p:ext>
                </p:extLst>
              </p:nvPr>
            </p:nvGraphicFramePr>
            <p:xfrm>
              <a:off x="526470" y="1657351"/>
              <a:ext cx="11117766" cy="3599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862412965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941040988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1220497411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2558129015"/>
                        </a:ext>
                      </a:extLst>
                    </a:gridCol>
                    <a:gridCol w="1175796">
                      <a:extLst>
                        <a:ext uri="{9D8B030D-6E8A-4147-A177-3AD203B41FA5}">
                          <a16:colId xmlns:a16="http://schemas.microsoft.com/office/drawing/2014/main" val="3576647953"/>
                        </a:ext>
                      </a:extLst>
                    </a:gridCol>
                    <a:gridCol w="1183311">
                      <a:extLst>
                        <a:ext uri="{9D8B030D-6E8A-4147-A177-3AD203B41FA5}">
                          <a16:colId xmlns:a16="http://schemas.microsoft.com/office/drawing/2014/main" val="2435246078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3411025188"/>
                        </a:ext>
                      </a:extLst>
                    </a:gridCol>
                    <a:gridCol w="2916000">
                      <a:extLst>
                        <a:ext uri="{9D8B030D-6E8A-4147-A177-3AD203B41FA5}">
                          <a16:colId xmlns:a16="http://schemas.microsoft.com/office/drawing/2014/main" val="2183771316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Layer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Metric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Actual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GLM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FFNN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Hybrid A</a:t>
                          </a:r>
                        </a:p>
                        <a:p>
                          <a:pPr algn="r">
                            <a:buNone/>
                          </a:pPr>
                          <a:r>
                            <a:rPr lang="en-CH" sz="1000" b="0">
                              <a:latin typeface="Consolas" panose="020B0609020204030204" pitchFamily="49" charset="0"/>
                            </a:rPr>
                            <a:t>(FFNN inc </a:t>
                          </a:r>
                          <a14:m>
                            <m:oMath xmlns:m="http://schemas.openxmlformats.org/officeDocument/2006/math">
                              <m:r>
                                <a:rPr lang="en-CH" sz="1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CH" sz="1000" b="0">
                              <a:latin typeface="Consolas" panose="020B0609020204030204" pitchFamily="49" charset="0"/>
                            </a:rPr>
                            <a:t> GLM sev)</a:t>
                          </a:r>
                          <a:endParaRPr lang="en-GB" sz="10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Hybrid B</a:t>
                          </a:r>
                        </a:p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H" sz="10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(GLM inc </a:t>
                          </a:r>
                          <a14:m>
                            <m:oMath xmlns:m="http://schemas.openxmlformats.org/officeDocument/2006/math">
                              <m:r>
                                <a:rPr lang="en-CH" sz="1000" b="0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×</m:t>
                              </m:r>
                            </m:oMath>
                          </a14:m>
                          <a:r>
                            <a:rPr lang="en-CH" sz="10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FFNN sev)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Notes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204409"/>
                      </a:ext>
                    </a:extLst>
                  </a:tr>
                  <a:tr h="0">
                    <a:tc rowSpan="5">
                      <a:txBody>
                        <a:bodyPr/>
                        <a:lstStyle/>
                        <a:p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Incidence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Rate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0.010667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0.01239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16.1%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0.01143</a:t>
                          </a:r>
                        </a:p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+7.2%</a:t>
                          </a:r>
                          <a:endParaRPr lang="en-GB" sz="1000" b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0.01143</a:t>
                          </a:r>
                          <a:endParaRPr lang="en-CH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:r>
                            <a:rPr lang="en-CH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+7.2%</a:t>
                          </a:r>
                          <a:endParaRPr lang="en-GB" sz="1000" b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0.01239</a:t>
                          </a:r>
                          <a:endParaRPr lang="en-CH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:r>
                            <a:rPr lang="en-CH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+16.1%</a:t>
                          </a:r>
                          <a:endParaRPr lang="en-GB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Calibration-in-the-large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6150465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AUC (ROC)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0.60651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0.62469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0.62469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0.60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651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Ranking quality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218058"/>
                      </a:ext>
                    </a:extLst>
                  </a:tr>
                  <a:tr h="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PR-AUC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0.01658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0.01861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0.01861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1658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Rare-event ranking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094265"/>
                      </a:ext>
                    </a:extLst>
                  </a:tr>
                  <a:tr h="133985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Brier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0.0106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0.01054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0.01054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063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Probability accuracy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824522"/>
                      </a:ext>
                    </a:extLst>
                  </a:tr>
                  <a:tr h="133985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Lift@10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0.2135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0.24740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0.24740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354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Claims captured in top 10%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6083711"/>
                      </a:ext>
                    </a:extLst>
                  </a:tr>
                  <a:tr h="133985">
                    <a:tc rowSpan="4"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Claim cost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Mean cost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106,135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106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932</a:t>
                          </a:r>
                          <a:endParaRPr lang="en-CH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0.8%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103,042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2.9%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106,932</a:t>
                          </a:r>
                          <a:endParaRPr lang="en-CH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0.8%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103,042</a:t>
                          </a:r>
                          <a:endParaRPr lang="en-CH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CH" sz="11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oMath>
                          </a14:m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3.6%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Level check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224303"/>
                      </a:ext>
                    </a:extLst>
                  </a:tr>
                  <a:tr h="133985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MAE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36,608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47,339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36,608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Overall error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3981030"/>
                      </a:ext>
                    </a:extLst>
                  </a:tr>
                  <a:tr h="133985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RMSE log1p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0.43131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0.43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131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Multiplicative error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042987"/>
                      </a:ext>
                    </a:extLst>
                  </a:tr>
                  <a:tr h="133985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Tail MAE P90+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108,032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89,130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108,032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Large-loss focus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82551"/>
                      </a:ext>
                    </a:extLst>
                  </a:tr>
                  <a:tr h="133985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Aggregate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1,132.11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31</a:t>
                          </a:r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0.62</a:t>
                          </a:r>
                        </a:p>
                        <a:p>
                          <a:pPr algn="r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15.8%</a:t>
                          </a:r>
                          <a:endParaRPr lang="en-GB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1,181.92</a:t>
                          </a:r>
                        </a:p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CH" sz="11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4.4%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1,200.23</a:t>
                          </a:r>
                          <a:endParaRPr lang="en-CH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6.2%</a:t>
                          </a:r>
                          <a:endParaRPr lang="en-GB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1,280.65</a:t>
                          </a:r>
                          <a:endParaRPr lang="en-CH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marL="0" marR="0" lvl="0" indent="0" algn="r" defTabSz="914400" rtl="0" eaLnBrk="1" fontAlgn="b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1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</m:oMath>
                          </a14:m>
                          <a:r>
                            <a:rPr lang="en-CH" sz="1100" b="1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13.1%</a:t>
                          </a:r>
                          <a:endParaRPr lang="en-GB" sz="1100" b="1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CH" sz="11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lang="en-CH" sz="11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×</m:t>
                              </m:r>
                              <m:r>
                                <a:rPr lang="en-CH" sz="1100" b="0" i="1" kern="12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CH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over exposure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6257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0E3D82EB-19D5-7047-7280-E9EE64CD7F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229944"/>
                  </p:ext>
                </p:extLst>
              </p:nvPr>
            </p:nvGraphicFramePr>
            <p:xfrm>
              <a:off x="526470" y="1657351"/>
              <a:ext cx="11117766" cy="3599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972000">
                      <a:extLst>
                        <a:ext uri="{9D8B030D-6E8A-4147-A177-3AD203B41FA5}">
                          <a16:colId xmlns:a16="http://schemas.microsoft.com/office/drawing/2014/main" val="3862412965"/>
                        </a:ext>
                      </a:extLst>
                    </a:gridCol>
                    <a:gridCol w="1332000">
                      <a:extLst>
                        <a:ext uri="{9D8B030D-6E8A-4147-A177-3AD203B41FA5}">
                          <a16:colId xmlns:a16="http://schemas.microsoft.com/office/drawing/2014/main" val="941040988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1220497411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2558129015"/>
                        </a:ext>
                      </a:extLst>
                    </a:gridCol>
                    <a:gridCol w="1175796">
                      <a:extLst>
                        <a:ext uri="{9D8B030D-6E8A-4147-A177-3AD203B41FA5}">
                          <a16:colId xmlns:a16="http://schemas.microsoft.com/office/drawing/2014/main" val="3576647953"/>
                        </a:ext>
                      </a:extLst>
                    </a:gridCol>
                    <a:gridCol w="1183311">
                      <a:extLst>
                        <a:ext uri="{9D8B030D-6E8A-4147-A177-3AD203B41FA5}">
                          <a16:colId xmlns:a16="http://schemas.microsoft.com/office/drawing/2014/main" val="2435246078"/>
                        </a:ext>
                      </a:extLst>
                    </a:gridCol>
                    <a:gridCol w="1179553">
                      <a:extLst>
                        <a:ext uri="{9D8B030D-6E8A-4147-A177-3AD203B41FA5}">
                          <a16:colId xmlns:a16="http://schemas.microsoft.com/office/drawing/2014/main" val="3411025188"/>
                        </a:ext>
                      </a:extLst>
                    </a:gridCol>
                    <a:gridCol w="2916000">
                      <a:extLst>
                        <a:ext uri="{9D8B030D-6E8A-4147-A177-3AD203B41FA5}">
                          <a16:colId xmlns:a16="http://schemas.microsoft.com/office/drawing/2014/main" val="2183771316"/>
                        </a:ext>
                      </a:extLst>
                    </a:gridCol>
                  </a:tblGrid>
                  <a:tr h="56388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Layer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Metric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Actual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GLM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FFNN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1282" r="-344615" b="-5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409" r="-248187" b="-5451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Notes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9204409"/>
                      </a:ext>
                    </a:extLst>
                  </a:tr>
                  <a:tr h="407280">
                    <a:tc rowSpan="5">
                      <a:txBody>
                        <a:bodyPr/>
                        <a:lstStyle/>
                        <a:p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Incidence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Rate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0.010667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6373" t="-138806" r="-549223" b="-65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0.01143</a:t>
                          </a:r>
                        </a:p>
                        <a:p>
                          <a:pPr algn="r"/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+7.2%</a:t>
                          </a:r>
                          <a:endParaRPr lang="en-GB" sz="1000" b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0.01143</a:t>
                          </a:r>
                          <a:endParaRPr lang="en-CH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:r>
                            <a:rPr lang="en-CH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+7.2%</a:t>
                          </a:r>
                          <a:endParaRPr lang="en-GB" sz="1000" b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0.01239</a:t>
                          </a:r>
                          <a:endParaRPr lang="en-CH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  <a:p>
                          <a:pPr algn="r" fontAlgn="b">
                            <a:buNone/>
                          </a:pPr>
                          <a:r>
                            <a:rPr lang="en-CH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+16.1%</a:t>
                          </a:r>
                          <a:endParaRPr lang="en-GB" sz="1100" b="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Calibration-in-the-large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66150465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AUC (ROC)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0.60651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0.62469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0.62469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0.60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651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Ranking quality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5218058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PR-AUC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0.01658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0.01861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0.01861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1658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Rare-event ranking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36094265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Brier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 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0.0106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0.01054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0.01054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0.01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063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Probability accuracy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5824522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Lift@10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0.2135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0.24740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0.24740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0.21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354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Claims captured in top 10%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76083711"/>
                      </a:ext>
                    </a:extLst>
                  </a:tr>
                  <a:tr h="407280">
                    <a:tc rowSpan="4"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Claim cost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Mean cost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106,135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6373" t="-492537" r="-549223" b="-3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373" t="-492537" r="-449223" b="-3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1282" t="-492537" r="-344615" b="-3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409" t="-492537" r="-248187" b="-3029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Level check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224303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MAE (CHF)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36,608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47,339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36,608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Overall error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1398103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RMSE log1p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0.43131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0.55870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0.43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131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Multiplicative error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03042987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Tail MAE P90+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-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,</a:t>
                          </a: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</a:t>
                          </a:r>
                          <a:r>
                            <a:rPr lang="en-CH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30</a:t>
                          </a:r>
                          <a:endParaRPr lang="en-GB" sz="1100" kern="1200">
                            <a:solidFill>
                              <a:schemeClr val="tx1"/>
                            </a:solidFill>
                            <a:latin typeface="Consolas" panose="020B0609020204030204" pitchFamily="49" charset="0"/>
                            <a:ea typeface="+mn-ea"/>
                            <a:cs typeface="+mn-cs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108,032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89,130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 fontAlgn="b">
                            <a:buNone/>
                          </a:pPr>
                          <a:r>
                            <a:rPr lang="en-GB" sz="110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108,032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fontAlgn="b">
                            <a:buNone/>
                          </a:pPr>
                          <a:r>
                            <a:rPr lang="en-GB" sz="1100" b="0" kern="1200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ea typeface="+mn-ea"/>
                              <a:cs typeface="+mn-cs"/>
                            </a:rPr>
                            <a:t>Large-loss focus</a:t>
                          </a:r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6682551"/>
                      </a:ext>
                    </a:extLst>
                  </a:tr>
                  <a:tr h="407280"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Aggregate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r>
                            <a:rPr lang="en-CH" sz="1100" b="1">
                              <a:latin typeface="Consolas" panose="020B0609020204030204" pitchFamily="49" charset="0"/>
                            </a:rPr>
                            <a:t>1,132.11</a:t>
                          </a:r>
                          <a:endParaRPr lang="en-GB" sz="1100" b="1">
                            <a:latin typeface="Consolas" panose="020B0609020204030204" pitchFamily="49" charset="0"/>
                          </a:endParaRPr>
                        </a:p>
                      </a:txBody>
                      <a:tcP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96373" t="-783582" r="-549223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6373" t="-783582" r="-449223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91282" t="-783582" r="-344615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97409" t="-783582" r="-248187" b="-119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2000" marR="72000" marT="36000" marB="36000"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81002" t="-783582" b="-119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36257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62843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1B837-D183-6974-DAD4-CD2D0B1B9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ED56-9E34-4BC3-9D87-6E065FAE4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Pros and cons of the model alternatives 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E084B-43C8-43A0-011B-0A50C4BCD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03E8D-956A-6B16-FA99-48F35482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22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251FB8-F725-710D-AEF1-12A50D00BA84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A pros- and cons- view translates perfo</a:t>
            </a:r>
            <a:r>
              <a:rPr lang="en-GB" sz="2000">
                <a:latin typeface="Aptos Light" panose="020B0004020202020204" pitchFamily="34" charset="0"/>
              </a:rPr>
              <a:t>r</a:t>
            </a:r>
            <a:r>
              <a:rPr lang="en-CH" sz="2000">
                <a:latin typeface="Aptos Light" panose="020B0004020202020204" pitchFamily="34" charset="0"/>
              </a:rPr>
              <a:t>mance into implementation trade-offs.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2C062A4-1C0D-AD11-F010-DF64D77D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330740"/>
                  </p:ext>
                </p:extLst>
              </p:nvPr>
            </p:nvGraphicFramePr>
            <p:xfrm>
              <a:off x="526470" y="1584270"/>
              <a:ext cx="11124000" cy="1520880"/>
            </p:xfrm>
            <a:graphic>
              <a:graphicData uri="http://schemas.openxmlformats.org/drawingml/2006/table">
                <a:tbl>
                  <a:tblPr/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1348159775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1476518009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642038144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186100926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4284794412"/>
                        </a:ext>
                      </a:extLst>
                    </a:gridCol>
                    <a:gridCol w="2592000">
                      <a:extLst>
                        <a:ext uri="{9D8B030D-6E8A-4147-A177-3AD203B41FA5}">
                          <a16:colId xmlns:a16="http://schemas.microsoft.com/office/drawing/2014/main" val="235471786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Model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Expected Total Cost (CHF)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CH" sz="1100" b="1">
                            <a:latin typeface="Consolas" panose="020B0609020204030204" pitchFamily="49" charset="0"/>
                          </a:endParaRPr>
                        </a:p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(CHF / exp-mo)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O/E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PP Error vs Actual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Comment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0117178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GLM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47,182,238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1,310.62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0.864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+15.8%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Material overstatement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1205662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FFNN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40,963,136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1,137.86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0.995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+0.5%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Closest to adequacy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193179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Hybrid A</a:t>
                          </a:r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 (FFNN inc </a:t>
                          </a:r>
                          <a14:m>
                            <m:oMath xmlns:m="http://schemas.openxmlformats.org/officeDocument/2006/math">
                              <m:r>
                                <a:rPr lang="en-CH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 GLM sev)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41,837,421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1,162.15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0.974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+2.7%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Best hybrid bridg</a:t>
                          </a:r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e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271497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Hybrid B</a:t>
                          </a:r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 (GLM inc </a:t>
                          </a:r>
                          <a14:m>
                            <m:oMath xmlns:m="http://schemas.openxmlformats.org/officeDocument/2006/math">
                              <m:r>
                                <a:rPr lang="en-CH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</m:oMath>
                          </a14:m>
                          <a:r>
                            <a:rPr lang="en-CH" sz="1100" b="0">
                              <a:latin typeface="Consolas" panose="020B0609020204030204" pitchFamily="49" charset="0"/>
                            </a:rPr>
                            <a:t> FFNN sev)</a:t>
                          </a:r>
                          <a:endParaRPr lang="en-GB" sz="1100" b="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45,609,436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1,266.93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0.894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+11.9%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Still too conservative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55817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2C062A4-1C0D-AD11-F010-DF64D77D1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88330740"/>
                  </p:ext>
                </p:extLst>
              </p:nvPr>
            </p:nvGraphicFramePr>
            <p:xfrm>
              <a:off x="526470" y="1584270"/>
              <a:ext cx="11124000" cy="1520880"/>
            </p:xfrm>
            <a:graphic>
              <a:graphicData uri="http://schemas.openxmlformats.org/drawingml/2006/table">
                <a:tbl>
                  <a:tblPr/>
                  <a:tblGrid>
                    <a:gridCol w="2484000">
                      <a:extLst>
                        <a:ext uri="{9D8B030D-6E8A-4147-A177-3AD203B41FA5}">
                          <a16:colId xmlns:a16="http://schemas.microsoft.com/office/drawing/2014/main" val="1348159775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1476518009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642038144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186100926"/>
                        </a:ext>
                      </a:extLst>
                    </a:gridCol>
                    <a:gridCol w="1512000">
                      <a:extLst>
                        <a:ext uri="{9D8B030D-6E8A-4147-A177-3AD203B41FA5}">
                          <a16:colId xmlns:a16="http://schemas.microsoft.com/office/drawing/2014/main" val="4284794412"/>
                        </a:ext>
                      </a:extLst>
                    </a:gridCol>
                    <a:gridCol w="2592000">
                      <a:extLst>
                        <a:ext uri="{9D8B030D-6E8A-4147-A177-3AD203B41FA5}">
                          <a16:colId xmlns:a16="http://schemas.microsoft.com/office/drawing/2014/main" val="2354717862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Model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Expected Total Cost (CHF)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Pure Premium</a:t>
                          </a:r>
                          <a:endParaRPr lang="en-CH" sz="1100" b="1">
                            <a:latin typeface="Consolas" panose="020B0609020204030204" pitchFamily="49" charset="0"/>
                          </a:endParaRPr>
                        </a:p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(CHF / exp-mo)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O/E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PP Error vs Actual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1">
                              <a:latin typeface="Consolas" panose="020B0609020204030204" pitchFamily="49" charset="0"/>
                            </a:rPr>
                            <a:t>Comment</a:t>
                          </a:r>
                        </a:p>
                      </a:txBody>
                      <a:tcPr anchor="b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20117178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GLM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47,182,238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1,310.62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0.864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+15.8%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Material overstatement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8120566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 b="0">
                              <a:latin typeface="Consolas" panose="020B0609020204030204" pitchFamily="49" charset="0"/>
                            </a:rPr>
                            <a:t>FFNN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40,963,136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1,137.86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0.995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+0.5%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Closest to adequacy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6193179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83333" r="-347549" b="-1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41,837,421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1,162.15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0.974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+2.7%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Best hybrid bridg</a:t>
                          </a:r>
                          <a:r>
                            <a:rPr lang="en-CH" sz="1100">
                              <a:latin typeface="Consolas" panose="020B0609020204030204" pitchFamily="49" charset="0"/>
                            </a:rPr>
                            <a:t>e</a:t>
                          </a:r>
                          <a:endParaRPr lang="en-GB" sz="1100">
                            <a:latin typeface="Consolas" panose="020B0609020204030204" pitchFamily="49" charset="0"/>
                          </a:endParaRP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32714979"/>
                      </a:ext>
                    </a:extLst>
                  </a:tr>
                  <a:tr h="288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22917" r="-347549" b="-104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45,609,436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1,266.93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0.894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+11.9%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100">
                              <a:latin typeface="Consolas" panose="020B0609020204030204" pitchFamily="49" charset="0"/>
                            </a:rPr>
                            <a:t>Still too conservative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65581718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6F681A-50D4-CB14-BF58-4BAE6130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139644"/>
              </p:ext>
            </p:extLst>
          </p:nvPr>
        </p:nvGraphicFramePr>
        <p:xfrm>
          <a:off x="545316" y="3300941"/>
          <a:ext cx="11070521" cy="2443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521">
                  <a:extLst>
                    <a:ext uri="{9D8B030D-6E8A-4147-A177-3AD203B41FA5}">
                      <a16:colId xmlns:a16="http://schemas.microsoft.com/office/drawing/2014/main" val="2583525435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1926732409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36174108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Model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 marL="0"/>
                </a:tc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Pros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Cons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189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GLM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 marL="0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Strong transparency and explainability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Well understood validation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May miss nonlinearities and interaction effects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May require more feature engineering to compete w/ FFNN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144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FFNN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 marL="0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Handles nonlinearities and interactions naturally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Embeddings make high-cardinality factors p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ra</a:t>
                      </a: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ctical</a:t>
                      </a: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Governance overhead is higher; explicit calibration checks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Tail behaviour can be weaker unless explicitly addressed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284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400" b="1">
                          <a:latin typeface="Aptos Light" panose="020B0004020202020204" pitchFamily="34" charset="0"/>
                        </a:rPr>
                        <a:t>Hybrid A</a:t>
                      </a:r>
                      <a:endParaRPr lang="en-GB" sz="1400" b="1">
                        <a:latin typeface="Aptos Light" panose="020B0004020202020204" pitchFamily="34" charset="0"/>
                      </a:endParaRPr>
                    </a:p>
                  </a:txBody>
                  <a:tcPr marL="0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Governance-friendlier hybrid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Clean attribution sroy: improvement attributed to severity layer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Still operationally “two-model”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Can forgo potent</a:t>
                      </a:r>
                      <a:r>
                        <a:rPr lang="en-GB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ia</a:t>
                      </a: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l serveriy gains from FFNN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028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sz="1400" b="1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</a:rPr>
                        <a:t>Hybrid B</a:t>
                      </a:r>
                      <a:endParaRPr lang="en-GB" sz="1400" b="1">
                        <a:solidFill>
                          <a:schemeClr val="tx1"/>
                        </a:solidFill>
                        <a:latin typeface="Aptos Light" panose="020B0004020202020204" pitchFamily="34" charset="0"/>
                      </a:endParaRPr>
                    </a:p>
                  </a:txBody>
                  <a:tcPr marL="0"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Keeps incidence highly interpretable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004C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Allows FFNN to add value on severity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If GLM incidence is miscalibrated, it can dominate PP adequacy</a:t>
                      </a:r>
                    </a:p>
                    <a:p>
                      <a:pPr marL="144000" indent="-144000" algn="l" defTabSz="914400" rtl="0" eaLnBrk="1" latinLnBrk="0" hangingPunct="1">
                        <a:buClr>
                          <a:srgbClr val="B9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CH" sz="1400" kern="1200">
                          <a:solidFill>
                            <a:schemeClr val="tx1"/>
                          </a:solidFill>
                          <a:latin typeface="Aptos Light" panose="020B0004020202020204" pitchFamily="34" charset="0"/>
                          <a:ea typeface="+mn-ea"/>
                          <a:cs typeface="+mn-cs"/>
                        </a:rPr>
                        <a:t>May deliver less aggregate benefit than Hybrid A</a:t>
                      </a:r>
                      <a:endParaRPr lang="en-GB" sz="1400" kern="1200">
                        <a:solidFill>
                          <a:schemeClr val="tx1"/>
                        </a:solidFill>
                        <a:latin typeface="Aptos Light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019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9831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3E0DB-10BE-54B8-C0BB-47BD2778A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64EA7-0C8B-F529-AFEE-90399D4B1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Segment adequacy heatmap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46032-5119-0698-7D0D-3E1E640D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B863E-C8D3-47B6-D2CE-F712B9A5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23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20213C-CB4C-8C0A-C7F7-83792D81981D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Pricing adequacy must be demonstrated at the segment level but ignore one-off noise.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265B48-0E99-461C-2E7E-8D7608814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701" y="1568048"/>
            <a:ext cx="9382594" cy="4733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53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D2D7A-FFAB-77F8-AF67-8FBE5DAAB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6472" y="1693718"/>
            <a:ext cx="5471104" cy="3211657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>
              <a:spcAft>
                <a:spcPts val="300"/>
              </a:spcAft>
              <a:buClr>
                <a:srgbClr val="FF0000"/>
              </a:buClr>
            </a:pPr>
            <a:r>
              <a:rPr lang="en-CH" sz="2000" b="1">
                <a:latin typeface="Aptos Light" panose="020B0004020202020204" pitchFamily="34" charset="0"/>
              </a:rPr>
              <a:t>One control sheet for each run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Run ID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Dataset / version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Owner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Reviewer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Notes</a:t>
            </a:r>
          </a:p>
          <a:p>
            <a:pPr lvl="1">
              <a:spcAft>
                <a:spcPts val="300"/>
              </a:spcAft>
            </a:pPr>
            <a:endParaRPr lang="en-GB" dirty="0">
              <a:latin typeface="Aptos Light" panose="020B0004020202020204" pitchFamily="34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E2C52B-3AD6-D949-4CC7-8ADDA46A1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693718"/>
            <a:ext cx="5493324" cy="3211657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spcAft>
                <a:spcPts val="300"/>
              </a:spcAft>
              <a:buClr>
                <a:srgbClr val="FF0000"/>
              </a:buClr>
            </a:pPr>
            <a:r>
              <a:rPr lang="en-CH" sz="2000" b="1">
                <a:latin typeface="Aptos Light" panose="020B0004020202020204" pitchFamily="34" charset="0"/>
              </a:rPr>
              <a:t>Minimum content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Scope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Data &amp; split controls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Model specification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Validation (test window)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Adequacy by segment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Stability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Operational readiness</a:t>
            </a:r>
          </a:p>
          <a:p>
            <a:pPr lvl="1">
              <a:spcAft>
                <a:spcPts val="300"/>
              </a:spcAft>
            </a:pPr>
            <a:r>
              <a:rPr lang="en-CH" dirty="0">
                <a:latin typeface="Aptos Light" panose="020B0004020202020204" pitchFamily="34" charset="0"/>
              </a:rPr>
              <a:t>Attachments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C872C4-0671-9927-4D89-2C8A362B9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F5C3C-C484-9380-80BB-FDB57B761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24</a:t>
            </a:fld>
            <a:endParaRPr lang="es-MX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E71BB-3342-51FA-9B89-2F66CAD29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Suggested governance pack</a:t>
            </a:r>
            <a:endParaRPr lang="en-GB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6F7095-2EA4-AA20-98FA-49AB02F42A54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>
                <a:latin typeface="Aptos Light" panose="020B0004020202020204" pitchFamily="34" charset="0"/>
              </a:rPr>
              <a:t>Key objective is to turn model outputs into a repeatable, audit-ready decision.</a:t>
            </a:r>
            <a:endParaRPr lang="en-GB" sz="2000" dirty="0">
              <a:latin typeface="Aptos Light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BEDB3E-29DB-B3FA-4365-1C4555C765B0}"/>
              </a:ext>
            </a:extLst>
          </p:cNvPr>
          <p:cNvSpPr txBox="1"/>
          <p:nvPr/>
        </p:nvSpPr>
        <p:spPr>
          <a:xfrm>
            <a:off x="590550" y="4973782"/>
            <a:ext cx="11036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sz="1400" i="1">
                <a:latin typeface="Aptos Light" panose="020B0004020202020204" pitchFamily="34" charset="0"/>
              </a:rPr>
              <a:t>A g</a:t>
            </a:r>
            <a:r>
              <a:rPr lang="en-GB" sz="1400" i="1">
                <a:latin typeface="Aptos Light" panose="020B0004020202020204" pitchFamily="34" charset="0"/>
              </a:rPr>
              <a:t>overnance one-pager (control sheet) available in the project GitHub repository</a:t>
            </a:r>
            <a:r>
              <a:rPr lang="en-CH" sz="1400" i="1">
                <a:latin typeface="Aptos Light" panose="020B0004020202020204" pitchFamily="34" charset="0"/>
              </a:rPr>
              <a:t> (cf. Appendix)</a:t>
            </a:r>
            <a:endParaRPr lang="en-GB" sz="1400" i="1">
              <a:latin typeface="Aptos Light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99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6A186-4A90-51CD-CB50-C61F2105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CBDDB8-064B-0D07-35DF-8AFC7053D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06 Conclusions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402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4C9C-F0B6-8D53-05DC-6702CAD7C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7B70-B623-573D-AC93-50A74D038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>
                <a:latin typeface="Aptos Light" panose="020B0004020202020204" pitchFamily="34" charset="0"/>
              </a:rPr>
              <a:t>Conclusions</a:t>
            </a:r>
            <a:endParaRPr lang="en-GB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57CB2-526A-A5EF-50E8-720ECCCEB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ADBE5-C06F-3E32-3D54-636F47B8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26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C3F5642-82A9-46E3-8F76-B27166918803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/>
              <a:t>For practising actuaries, the most credible path forward may be a hybrid modelling framework in which neural networks are introduced selectively, validated rigourously, and governed as structrured extensions of the actuarial toolkit.</a:t>
            </a:r>
            <a:endParaRPr lang="en-GB" sz="12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599482-6127-0008-80AA-84A86FD6E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381678"/>
              </p:ext>
            </p:extLst>
          </p:nvPr>
        </p:nvGraphicFramePr>
        <p:xfrm>
          <a:off x="526471" y="2252187"/>
          <a:ext cx="11139054" cy="1493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704">
                  <a:extLst>
                    <a:ext uri="{9D8B030D-6E8A-4147-A177-3AD203B41FA5}">
                      <a16:colId xmlns:a16="http://schemas.microsoft.com/office/drawing/2014/main" val="4262023399"/>
                    </a:ext>
                  </a:extLst>
                </a:gridCol>
                <a:gridCol w="10646350">
                  <a:extLst>
                    <a:ext uri="{9D8B030D-6E8A-4147-A177-3AD203B41FA5}">
                      <a16:colId xmlns:a16="http://schemas.microsoft.com/office/drawing/2014/main" val="3918473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000"/>
                        <a:t>✅</a:t>
                      </a:r>
                      <a:endParaRPr lang="en-GB" sz="2000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2000">
                          <a:latin typeface="Aptos Light" panose="020B0004020202020204" pitchFamily="34" charset="0"/>
                        </a:rPr>
                        <a:t>GLMs remain strong defaults—they provide the actuarial anchor</a:t>
                      </a:r>
                      <a:endParaRPr lang="en-GB" sz="2000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72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/>
                        <a:t>✅</a:t>
                      </a:r>
                      <a:endParaRPr lang="en-GB" sz="2000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2000">
                          <a:latin typeface="Aptos Light" panose="020B0004020202020204" pitchFamily="34" charset="0"/>
                        </a:rPr>
                        <a:t>FFNNs can add value when they pass actuarial validation—they provide targeted predictive enhancement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98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000"/>
                        <a:t>✅</a:t>
                      </a:r>
                      <a:endParaRPr lang="en-GB" sz="2000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2000">
                          <a:latin typeface="Aptos Light" panose="020B0004020202020204" pitchFamily="34" charset="0"/>
                        </a:rPr>
                        <a:t>A hybrid framework offers the strong</a:t>
                      </a:r>
                      <a:r>
                        <a:rPr lang="en-GB" sz="2000">
                          <a:latin typeface="Aptos Light" panose="020B0004020202020204" pitchFamily="34" charset="0"/>
                        </a:rPr>
                        <a:t>e</a:t>
                      </a:r>
                      <a:r>
                        <a:rPr lang="en-CH" sz="2000">
                          <a:latin typeface="Aptos Light" panose="020B0004020202020204" pitchFamily="34" charset="0"/>
                        </a:rPr>
                        <a:t>st balance of performance, explainability, and governance</a:t>
                      </a:r>
                      <a:endParaRPr lang="en-GB" sz="2000">
                        <a:latin typeface="Aptos Light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81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282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3AC9C-B0EA-2AF0-739F-C095E6A27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466502-AFA1-0477-2543-E830ECA896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CH"/>
              <a:t>Appendix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27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873E-7994-B2E1-879D-6B0482DF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References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72CB4-085E-D548-754F-ED26731F3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800">
                <a:latin typeface="Aptos Light" panose="020B0004020202020204" pitchFamily="34" charset="0"/>
              </a:rPr>
              <a:t>Goodfellow, I., Bengio, Y., &amp; Courville, A. (2016). </a:t>
            </a:r>
            <a:r>
              <a:rPr lang="en-GB" sz="1800" i="1">
                <a:latin typeface="Aptos Light" panose="020B0004020202020204" pitchFamily="34" charset="0"/>
              </a:rPr>
              <a:t>Deep Learning</a:t>
            </a:r>
            <a:r>
              <a:rPr lang="en-GB" sz="1800">
                <a:latin typeface="Aptos Light" panose="020B0004020202020204" pitchFamily="34" charset="0"/>
              </a:rPr>
              <a:t>: MIT Press </a:t>
            </a:r>
            <a:r>
              <a:rPr lang="en-GB" sz="1800">
                <a:latin typeface="Aptos Light" panose="020B0004020202020204" pitchFamily="34" charset="0"/>
                <a:hlinkClick r:id="rId2"/>
              </a:rPr>
              <a:t>https://doi.org/10.1007/s10710-017-9314-z</a:t>
            </a:r>
            <a:endParaRPr lang="en-CH" sz="1800">
              <a:latin typeface="Aptos Light" panose="020B0004020202020204" pitchFamily="34" charset="0"/>
            </a:endParaRPr>
          </a:p>
          <a:p>
            <a:r>
              <a:rPr lang="en-GB" sz="1800">
                <a:latin typeface="Aptos Light" panose="020B0004020202020204" pitchFamily="34" charset="0"/>
              </a:rPr>
              <a:t>Holvoet, F., Antonio, K., &amp; Henckaerts, R. (2025). </a:t>
            </a:r>
            <a:r>
              <a:rPr lang="en-GB" sz="1800" i="1">
                <a:latin typeface="Aptos Light" panose="020B0004020202020204" pitchFamily="34" charset="0"/>
              </a:rPr>
              <a:t>Neural Networks for Insurance Pricing with Frequency and Severity Data: A Benchmark Study from Data Preprocessing to Technical Tariff</a:t>
            </a:r>
            <a:r>
              <a:rPr lang="en-GB" sz="1800">
                <a:latin typeface="Aptos Light" panose="020B0004020202020204" pitchFamily="34" charset="0"/>
              </a:rPr>
              <a:t>. North American Actuarial Journal, 29(3), 519–562. </a:t>
            </a:r>
            <a:r>
              <a:rPr lang="en-GB" sz="1800">
                <a:latin typeface="Aptos Light" panose="020B0004020202020204" pitchFamily="34" charset="0"/>
                <a:hlinkClick r:id="rId3"/>
              </a:rPr>
              <a:t>https://doi.org/10.1080/10920277.2025.2451860</a:t>
            </a:r>
            <a:endParaRPr lang="en-CH" sz="1800">
              <a:latin typeface="Aptos Light" panose="020B0004020202020204" pitchFamily="34" charset="0"/>
            </a:endParaRPr>
          </a:p>
          <a:p>
            <a:r>
              <a:rPr lang="en-GB" sz="1800">
                <a:latin typeface="Aptos Light" panose="020B0004020202020204" pitchFamily="34" charset="0"/>
              </a:rPr>
              <a:t>Richman, R. (2022). </a:t>
            </a:r>
            <a:r>
              <a:rPr lang="en-GB" sz="1800" i="1">
                <a:latin typeface="Aptos Light" panose="020B0004020202020204" pitchFamily="34" charset="0"/>
              </a:rPr>
              <a:t>Mind the gap – safely incorporating deep learning models into the actuarial toolkit</a:t>
            </a:r>
            <a:r>
              <a:rPr lang="en-GB" sz="1800">
                <a:latin typeface="Aptos Light" panose="020B0004020202020204" pitchFamily="34" charset="0"/>
              </a:rPr>
              <a:t>. British Actuarial Journal, 27, e21. </a:t>
            </a:r>
            <a:r>
              <a:rPr lang="en-GB" sz="1800">
                <a:latin typeface="Aptos Light" panose="020B0004020202020204" pitchFamily="34" charset="0"/>
                <a:hlinkClick r:id="rId4"/>
              </a:rPr>
              <a:t>https://doi.org/10.1017/S1357321722000162</a:t>
            </a:r>
            <a:endParaRPr lang="en-CH" sz="1800">
              <a:latin typeface="Aptos Light" panose="020B0004020202020204" pitchFamily="34" charset="0"/>
            </a:endParaRPr>
          </a:p>
          <a:p>
            <a:r>
              <a:rPr lang="en-GB" sz="1800">
                <a:latin typeface="Aptos Light" panose="020B0004020202020204" pitchFamily="34" charset="0"/>
              </a:rPr>
              <a:t>Samek, W., Montavon, G., Vedaldi, A., Hansen, L. K., &amp; Müller, K.-R. (Eds.). (2019).</a:t>
            </a:r>
            <a:r>
              <a:rPr lang="en-CH" sz="1800">
                <a:latin typeface="Aptos Light" panose="020B0004020202020204" pitchFamily="34" charset="0"/>
              </a:rPr>
              <a:t> </a:t>
            </a:r>
            <a:r>
              <a:rPr lang="en-GB" sz="1800" i="1">
                <a:latin typeface="Aptos Light" panose="020B0004020202020204" pitchFamily="34" charset="0"/>
              </a:rPr>
              <a:t>Explainable AI: Interpreting, explaining and visualizing deep learning</a:t>
            </a:r>
            <a:r>
              <a:rPr lang="en-GB" sz="1800">
                <a:latin typeface="Aptos Light" panose="020B0004020202020204" pitchFamily="34" charset="0"/>
              </a:rPr>
              <a:t>. Springer.</a:t>
            </a:r>
            <a:r>
              <a:rPr lang="en-CH" sz="1800">
                <a:latin typeface="Aptos Light" panose="020B0004020202020204" pitchFamily="34" charset="0"/>
              </a:rPr>
              <a:t> </a:t>
            </a:r>
            <a:r>
              <a:rPr lang="en-GB" sz="1800">
                <a:latin typeface="Aptos Light" panose="020B0004020202020204" pitchFamily="34" charset="0"/>
                <a:hlinkClick r:id="rId5"/>
              </a:rPr>
              <a:t>https://doi.org/10.1007/978-3-030-28954-6</a:t>
            </a:r>
            <a:endParaRPr lang="en-CH" sz="1800">
              <a:latin typeface="Aptos Light" panose="020B0004020202020204" pitchFamily="34" charset="0"/>
            </a:endParaRPr>
          </a:p>
          <a:p>
            <a:r>
              <a:rPr lang="en-GB" sz="1800">
                <a:latin typeface="Aptos Light" panose="020B0004020202020204" pitchFamily="34" charset="0"/>
              </a:rPr>
              <a:t>W</a:t>
            </a:r>
            <a:r>
              <a:rPr lang="en-CH" sz="1800">
                <a:latin typeface="Aptos Light" panose="020B0004020202020204" pitchFamily="34" charset="0"/>
              </a:rPr>
              <a:t>ü</a:t>
            </a:r>
            <a:r>
              <a:rPr lang="en-GB" sz="1800">
                <a:latin typeface="Aptos Light" panose="020B0004020202020204" pitchFamily="34" charset="0"/>
              </a:rPr>
              <a:t>thrich, M. V., Richman, R., Avanzi, B., Lindholm, M., Maggi, Marco, Mayer, M., Schelldorfer, J,, and Scognamiglio, S. </a:t>
            </a:r>
            <a:r>
              <a:rPr lang="en-CH" sz="1800" i="1">
                <a:latin typeface="Aptos Light" panose="020B0004020202020204" pitchFamily="34" charset="0"/>
              </a:rPr>
              <a:t>A</a:t>
            </a:r>
            <a:r>
              <a:rPr lang="en-GB" sz="1800" i="1">
                <a:latin typeface="Aptos Light" panose="020B0004020202020204" pitchFamily="34" charset="0"/>
              </a:rPr>
              <a:t>I Tools for Actuaries (January 20, 2026)</a:t>
            </a:r>
            <a:r>
              <a:rPr lang="en-GB" sz="1800">
                <a:latin typeface="Aptos Light" panose="020B0004020202020204" pitchFamily="34" charset="0"/>
              </a:rPr>
              <a:t>. </a:t>
            </a:r>
            <a:r>
              <a:rPr lang="en-GB" sz="1800">
                <a:latin typeface="Aptos Light" panose="020B0004020202020204" pitchFamily="34" charset="0"/>
                <a:hlinkClick r:id="rId6"/>
              </a:rPr>
              <a:t>http://dx.doi.org/10.2139/ssrn.5162304</a:t>
            </a:r>
            <a:endParaRPr lang="en-GB" sz="1800">
              <a:latin typeface="Aptos Light" panose="020B0004020202020204" pitchFamily="34" charset="0"/>
            </a:endParaRPr>
          </a:p>
          <a:p>
            <a:endParaRPr lang="en-GB" sz="2000">
              <a:latin typeface="Aptos Light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967F78-542D-F5D2-CBCD-D0BAF84F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57C94-5281-86CD-7931-51ED5159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8894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2E95A-1969-D4B5-5C95-B8BC704E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GLM Model Definition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CAA24-EE74-9ED8-C4DE-D8C438CEC0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For illustration purposes, the following GLM definitions and hyperparameterisations were used:</a:t>
                </a:r>
              </a:p>
              <a:p>
                <a:pPr marL="0" indent="0">
                  <a:buNone/>
                </a:pPr>
                <a:r>
                  <a:rPr lang="en-CH" sz="1600" b="1">
                    <a:latin typeface="Aptos Light" panose="020B0004020202020204" pitchFamily="34" charset="0"/>
                  </a:rPr>
                  <a:t>Incidence baseline—regularised logit GLM (sparse)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>
                    <a:latin typeface="Aptos Light" panose="020B0004020202020204" pitchFamily="34" charset="0"/>
                  </a:rPr>
                  <a:t>Target: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onset indicator per exposure-month;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ℙ</m:t>
                    </m:r>
                    <m:d>
                      <m:dPr>
                        <m:begChr m:val="["/>
                        <m:endChr m:val="]"/>
                        <m:ctrlP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 | </m:t>
                        </m:r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CH" sz="1600">
                  <a:latin typeface="Aptos Light" panose="020B0004020202020204" pitchFamily="34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CH" sz="1600">
                    <a:latin typeface="Aptos Light" panose="020B0004020202020204" pitchFamily="34" charset="0"/>
                  </a:rPr>
                  <a:t>Model: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logit</m:t>
                    </m:r>
                    <m:d>
                      <m:dPr>
                        <m:ctrlPr>
                          <a:rPr lang="en-CH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H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CH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CH" sz="16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inclu</a:t>
                </a:r>
                <a:r>
                  <a:rPr lang="en-GB" sz="1600">
                    <a:latin typeface="Aptos Light" panose="020B0004020202020204" pitchFamily="34" charset="0"/>
                  </a:rPr>
                  <a:t>d</a:t>
                </a:r>
                <a:r>
                  <a:rPr lang="en-CH" sz="1600">
                    <a:latin typeface="Aptos Light" panose="020B0004020202020204" pitchFamily="34" charset="0"/>
                  </a:rPr>
                  <a:t>es one-hot encoding for categorical features and standardised numeric features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 dirty="0">
                    <a:latin typeface="Aptos Light" panose="020B0004020202020204" pitchFamily="34" charset="0"/>
                  </a:rPr>
                  <a:t>Estimation: L2-regularised logistic regression fitted by maximum likelihood (</a:t>
                </a:r>
                <a:r>
                  <a:rPr lang="en-CH" sz="1600" err="1">
                    <a:latin typeface="Aptos Light" panose="020B0004020202020204" pitchFamily="34" charset="0"/>
                  </a:rPr>
                  <a:t>sckit</a:t>
                </a:r>
                <a:r>
                  <a:rPr lang="en-CH" sz="1600">
                    <a:latin typeface="Aptos Light" panose="020B0004020202020204" pitchFamily="34" charset="0"/>
                  </a:rPr>
                  <a:t>-learn </a:t>
                </a:r>
                <a:r>
                  <a:rPr lang="en-CH" sz="1600">
                    <a:latin typeface="Consolas" panose="020B0609020204030204" pitchFamily="49" charset="0"/>
                  </a:rPr>
                  <a:t>LogisticRegression</a:t>
                </a:r>
                <a:r>
                  <a:rPr lang="en-CH" sz="1600" dirty="0">
                    <a:latin typeface="Aptos Light" panose="020B0004020202020204" pitchFamily="34" charset="0"/>
                  </a:rPr>
                  <a:t>, solver </a:t>
                </a:r>
                <a:r>
                  <a:rPr lang="en-CH" sz="1600" b="1" dirty="0">
                    <a:latin typeface="Aptos Light" panose="020B0004020202020204" pitchFamily="34" charset="0"/>
                  </a:rPr>
                  <a:t>saga</a:t>
                </a:r>
                <a:r>
                  <a:rPr lang="en-CH" sz="1600" dirty="0">
                    <a:latin typeface="Aptos Light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CH" sz="16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CH" sz="1600" i="1" dirty="0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r>
                  <a:rPr lang="en-CH" sz="1600" dirty="0">
                    <a:latin typeface="Aptos Light" panose="020B0004020202020204" pitchFamily="34" charset="0"/>
                  </a:rPr>
                  <a:t>, </a:t>
                </a:r>
                <a:r>
                  <a:rPr lang="en-CH" sz="1600" dirty="0" err="1">
                    <a:latin typeface="Consolas" panose="020B0609020204030204" pitchFamily="49" charset="0"/>
                  </a:rPr>
                  <a:t>max_iter</a:t>
                </a:r>
                <a:r>
                  <a:rPr lang="en-CH" sz="1600" dirty="0">
                    <a:latin typeface="Consolas" panose="020B0609020204030204" pitchFamily="49" charset="0"/>
                  </a:rPr>
                  <a:t>=</a:t>
                </a:r>
                <a:r>
                  <a:rPr lang="en-CH" sz="1600">
                    <a:latin typeface="Consolas" panose="020B0609020204030204" pitchFamily="49" charset="0"/>
                  </a:rPr>
                  <a:t>2000</a:t>
                </a:r>
                <a:r>
                  <a:rPr lang="en-CH" sz="1600">
                    <a:latin typeface="Aptos Light" panose="020B0004020202020204" pitchFamily="34" charset="0"/>
                  </a:rPr>
                  <a:t>)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 dirty="0">
                    <a:latin typeface="Aptos Light" panose="020B0004020202020204" pitchFamily="34" charset="0"/>
                  </a:rPr>
                  <a:t>Preprocessing: </a:t>
                </a:r>
                <a:r>
                  <a:rPr lang="en-CH" sz="1600" dirty="0" err="1">
                    <a:latin typeface="Consolas" panose="020B0609020204030204" pitchFamily="49" charset="0"/>
                  </a:rPr>
                  <a:t>ColumnTransformer</a:t>
                </a:r>
                <a:r>
                  <a:rPr lang="en-CH" sz="1600" dirty="0">
                    <a:latin typeface="Aptos Light" panose="020B0004020202020204" pitchFamily="34" charset="0"/>
                  </a:rPr>
                  <a:t> (one-hot categorical </a:t>
                </a:r>
                <a14:m>
                  <m:oMath xmlns:m="http://schemas.openxmlformats.org/officeDocument/2006/math">
                    <m:r>
                      <a:rPr lang="en-CH" sz="16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</a:t>
                </a:r>
                <a:r>
                  <a:rPr lang="en-CH" sz="1600">
                    <a:latin typeface="Consolas" panose="020B0609020204030204" pitchFamily="49" charset="0"/>
                  </a:rPr>
                  <a:t>StandardScaler</a:t>
                </a:r>
                <a:r>
                  <a:rPr lang="en-CH" sz="1600">
                    <a:latin typeface="Aptos Light" panose="020B0004020202020204" pitchFamily="34" charset="0"/>
                  </a:rPr>
                  <a:t> </a:t>
                </a:r>
                <a:r>
                  <a:rPr lang="en-CH" sz="1600" dirty="0">
                    <a:latin typeface="Aptos Light" panose="020B0004020202020204" pitchFamily="34" charset="0"/>
                  </a:rPr>
                  <a:t>numeric), followed by </a:t>
                </a:r>
                <a:r>
                  <a:rPr lang="en-CH" sz="1600" dirty="0" err="1">
                    <a:latin typeface="Consolas" panose="020B0609020204030204" pitchFamily="49" charset="0"/>
                  </a:rPr>
                  <a:t>MaxAbsScaler</a:t>
                </a:r>
                <a:r>
                  <a:rPr lang="en-CH" sz="1600" dirty="0">
                    <a:latin typeface="Aptos Light" panose="020B0004020202020204" pitchFamily="34" charset="0"/>
                  </a:rPr>
                  <a:t> to </a:t>
                </a:r>
                <a:r>
                  <a:rPr lang="en-CH" sz="1600">
                    <a:latin typeface="Aptos Light" panose="020B0004020202020204" pitchFamily="34" charset="0"/>
                  </a:rPr>
                  <a:t>keep sparse </a:t>
                </a:r>
                <a:r>
                  <a:rPr lang="en-CH" sz="1600" dirty="0">
                    <a:latin typeface="Aptos Light" panose="020B0004020202020204" pitchFamily="34" charset="0"/>
                  </a:rPr>
                  <a:t>desi</a:t>
                </a:r>
                <a:r>
                  <a:rPr lang="en-GB" sz="1600" dirty="0" err="1">
                    <a:latin typeface="Aptos Light" panose="020B0004020202020204" pitchFamily="34" charset="0"/>
                  </a:rPr>
                  <a:t>gn</a:t>
                </a:r>
                <a:r>
                  <a:rPr lang="en-CH" sz="1600" dirty="0">
                    <a:latin typeface="Aptos Light" panose="020B0004020202020204" pitchFamily="34" charset="0"/>
                  </a:rPr>
                  <a:t> </a:t>
                </a:r>
                <a:r>
                  <a:rPr lang="en-CH" sz="1600">
                    <a:latin typeface="Aptos Light" panose="020B0004020202020204" pitchFamily="34" charset="0"/>
                  </a:rPr>
                  <a:t>numerically well-behaved</a:t>
                </a: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CH" sz="1600" b="1">
                    <a:latin typeface="Aptos Light" panose="020B0004020202020204" pitchFamily="34" charset="0"/>
                  </a:rPr>
                  <a:t>Severity baseline—Tweedie GLM (log link)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>
                    <a:latin typeface="Aptos Light" panose="020B0004020202020204" pitchFamily="34" charset="0"/>
                  </a:rPr>
                  <a:t>Target: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ultimate claim cost (CHF)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>
                    <a:latin typeface="Aptos Light" panose="020B0004020202020204" pitchFamily="34" charset="0"/>
                  </a:rPr>
                  <a:t>Model: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H" sz="160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CH" sz="16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</m:e>
                    </m:func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| </m:t>
                        </m:r>
                        <m:sSub>
                          <m:sSubPr>
                            <m:ctrlP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H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is the same feature desi</a:t>
                </a:r>
                <a:r>
                  <a:rPr lang="en-GB" sz="1600">
                    <a:latin typeface="Aptos Light" panose="020B0004020202020204" pitchFamily="34" charset="0"/>
                  </a:rPr>
                  <a:t>gn</a:t>
                </a:r>
                <a:r>
                  <a:rPr lang="en-CH" sz="1600">
                    <a:latin typeface="Aptos Light" panose="020B0004020202020204" pitchFamily="34" charset="0"/>
                  </a:rPr>
                  <a:t> as incidence</a:t>
                </a:r>
              </a:p>
              <a:p>
                <a:pPr>
                  <a:spcAft>
                    <a:spcPts val="0"/>
                  </a:spcAft>
                </a:pPr>
                <a:r>
                  <a:rPr lang="en-CH" sz="1600">
                    <a:latin typeface="Aptos Light" panose="020B0004020202020204" pitchFamily="34" charset="0"/>
                  </a:rPr>
                  <a:t>Distributional assumption: Tweedie with log link, variance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CH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]"/>
                        <m:ctrlP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H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H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  <m:sSubSup>
                      <m:sSubSupPr>
                        <m:ctrlP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CH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using </a:t>
                </a:r>
                <a:r>
                  <a:rPr lang="en-CH" sz="1600" b="1">
                    <a:latin typeface="Aptos Light" panose="020B0004020202020204" pitchFamily="34" charset="0"/>
                  </a:rPr>
                  <a:t>power</a:t>
                </a:r>
                <a:r>
                  <a:rPr lang="en-CH" sz="1600">
                    <a:latin typeface="Aptos Ligh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H" sz="16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CH" sz="160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endParaRPr lang="en-CH" sz="1600">
                  <a:latin typeface="Aptos Light" panose="020B0004020202020204" pitchFamily="34" charset="0"/>
                </a:endParaRPr>
              </a:p>
              <a:p>
                <a:pPr>
                  <a:spcAft>
                    <a:spcPts val="0"/>
                  </a:spcAft>
                </a:pPr>
                <a:r>
                  <a:rPr lang="en-CH" sz="1600" dirty="0">
                    <a:latin typeface="Aptos Light" panose="020B0004020202020204" pitchFamily="34" charset="0"/>
                  </a:rPr>
                  <a:t>Estimation: penalised deviance minimisation via scikit-learn </a:t>
                </a:r>
                <a:r>
                  <a:rPr lang="en-CH" sz="1600" dirty="0" err="1">
                    <a:latin typeface="Consolas" panose="020B0609020204030204" pitchFamily="49" charset="0"/>
                  </a:rPr>
                  <a:t>TweedieRegressor</a:t>
                </a:r>
                <a:r>
                  <a:rPr lang="en-CH" sz="1600" dirty="0">
                    <a:latin typeface="Aptos Light" panose="020B0004020202020204" pitchFamily="34" charset="0"/>
                  </a:rPr>
                  <a:t> with </a:t>
                </a:r>
                <a:r>
                  <a:rPr lang="en-CH" sz="1600" b="1" dirty="0">
                    <a:latin typeface="Aptos Light" panose="020B0004020202020204" pitchFamily="34" charset="0"/>
                  </a:rPr>
                  <a:t>alpha = 1e-4</a:t>
                </a:r>
                <a:r>
                  <a:rPr lang="en-CH" sz="1600" dirty="0">
                    <a:latin typeface="Aptos Light" panose="020B0004020202020204" pitchFamily="34" charset="0"/>
                  </a:rPr>
                  <a:t>, </a:t>
                </a:r>
                <a:r>
                  <a:rPr lang="en-CH" sz="1600" b="1" dirty="0">
                    <a:latin typeface="Aptos Light" panose="020B0004020202020204" pitchFamily="34" charset="0"/>
                  </a:rPr>
                  <a:t>log link</a:t>
                </a:r>
                <a:r>
                  <a:rPr lang="en-CH" sz="1600" dirty="0">
                    <a:latin typeface="Aptos Light" panose="020B0004020202020204" pitchFamily="34" charset="0"/>
                  </a:rPr>
                  <a:t>, </a:t>
                </a:r>
                <a:r>
                  <a:rPr lang="en-CH" sz="1600" dirty="0" err="1">
                    <a:latin typeface="Consolas" panose="020B0609020204030204" pitchFamily="49" charset="0"/>
                  </a:rPr>
                  <a:t>max_iter</a:t>
                </a:r>
                <a:r>
                  <a:rPr lang="en-CH" sz="1600" dirty="0">
                    <a:latin typeface="Consolas" panose="020B0609020204030204" pitchFamily="49" charset="0"/>
                  </a:rPr>
                  <a:t>=1200</a:t>
                </a:r>
                <a:r>
                  <a:rPr lang="en-CH" sz="1600" dirty="0">
                    <a:latin typeface="Aptos Light" panose="020B0004020202020204" pitchFamily="34" charset="0"/>
                  </a:rPr>
                  <a:t> predictions clipped to be </a:t>
                </a:r>
                <a14:m>
                  <m:oMath xmlns:m="http://schemas.openxmlformats.org/officeDocument/2006/math">
                    <m:r>
                      <a:rPr lang="en-CH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CH" sz="1600" dirty="0">
                    <a:latin typeface="Consolas" panose="020B0609020204030204" pitchFamily="49" charset="0"/>
                  </a:rPr>
                  <a:t> </a:t>
                </a:r>
                <a:r>
                  <a:rPr lang="en-CH" sz="1600" dirty="0">
                    <a:latin typeface="Aptos Light" panose="020B0004020202020204" pitchFamily="34" charset="0"/>
                  </a:rPr>
                  <a:t>for stability</a:t>
                </a:r>
              </a:p>
              <a:p>
                <a:endParaRPr lang="en-CH" sz="2000" dirty="0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7CAA24-EE74-9ED8-C4DE-D8C438CEC0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4" t="-3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7B643-0ADD-40AB-AAB0-73F79A815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B58B9B-13D3-C7E6-10AA-8FEFECC6E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29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36321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C9B44-F1C0-9BDF-5539-92EAB6C0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3D98-F1BF-B9F2-7B55-3E7B56C95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FFNN Model Definition</a:t>
            </a: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1F538-A224-2811-BAD7-FCDF777FC5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H" sz="1600">
                    <a:latin typeface="Aptos Light" panose="020B0004020202020204" pitchFamily="34" charset="0"/>
                  </a:rPr>
                  <a:t>For illustration purposes, the following FFNN definitions and hyperparameterisations were used:</a:t>
                </a:r>
              </a:p>
              <a:p>
                <a:pPr marL="0" indent="0">
                  <a:buNone/>
                </a:pPr>
                <a:r>
                  <a:rPr lang="en-CH" sz="1600" b="1">
                    <a:latin typeface="Aptos Light" panose="020B0004020202020204" pitchFamily="34" charset="0"/>
                  </a:rPr>
                  <a:t>Incidence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 dirty="0">
                    <a:latin typeface="Aptos Light" panose="020B0004020202020204" pitchFamily="34" charset="0"/>
                  </a:rPr>
                  <a:t>Inputs: four high-cardinality IDs (</a:t>
                </a:r>
                <a:r>
                  <a:rPr lang="en-GB" sz="1600" dirty="0" err="1">
                    <a:latin typeface="Consolas" panose="020B0609020204030204" pitchFamily="49" charset="0"/>
                  </a:rPr>
                  <a:t>region_id</a:t>
                </a:r>
                <a:r>
                  <a:rPr lang="en-GB" sz="1600" dirty="0">
                    <a:latin typeface="Aptos Light" panose="020B0004020202020204" pitchFamily="34" charset="0"/>
                  </a:rPr>
                  <a:t>,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occ_id</a:t>
                </a:r>
                <a:r>
                  <a:rPr lang="en-GB" sz="1600" dirty="0">
                    <a:latin typeface="Aptos Light" panose="020B0004020202020204" pitchFamily="34" charset="0"/>
                  </a:rPr>
                  <a:t>,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employer_id</a:t>
                </a:r>
                <a:r>
                  <a:rPr lang="en-GB" sz="1600">
                    <a:latin typeface="Aptos Light" panose="020B0004020202020204" pitchFamily="34" charset="0"/>
                  </a:rPr>
                  <a:t>,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plan_id</a:t>
                </a:r>
                <a:r>
                  <a:rPr lang="en-GB" sz="1600">
                    <a:latin typeface="Aptos Light" panose="020B0004020202020204" pitchFamily="34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 dirty="0">
                    <a:latin typeface="Aptos Light" panose="020B0004020202020204" pitchFamily="34" charset="0"/>
                  </a:rPr>
                  <a:t> a dense feature vector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x_dense</a:t>
                </a:r>
                <a:r>
                  <a:rPr lang="en-GB" sz="1600" dirty="0">
                    <a:latin typeface="Consolas" panose="020B0609020204030204" pitchFamily="49" charset="0"/>
                  </a:rPr>
                  <a:t> </a:t>
                </a:r>
                <a:r>
                  <a:rPr lang="en-GB" sz="1600" dirty="0">
                    <a:latin typeface="Aptos Light" panose="020B0004020202020204" pitchFamily="34" charset="0"/>
                  </a:rPr>
                  <a:t>(</a:t>
                </a:r>
                <a:r>
                  <a:rPr lang="en-GB" sz="1600" dirty="0" err="1">
                    <a:latin typeface="Aptos Light" panose="020B0004020202020204" pitchFamily="34" charset="0"/>
                  </a:rPr>
                  <a:t>preprocessed</a:t>
                </a:r>
                <a:r>
                  <a:rPr lang="en-GB" sz="1600" dirty="0">
                    <a:latin typeface="Aptos Light" panose="020B0004020202020204" pitchFamily="34" charset="0"/>
                  </a:rPr>
                  <a:t> numeric </a:t>
                </a:r>
                <a14:m>
                  <m:oMath xmlns:m="http://schemas.openxmlformats.org/officeDocument/2006/math">
                    <m:r>
                      <a:rPr lang="en-GB" sz="160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 dirty="0">
                    <a:latin typeface="Aptos Light" panose="020B0004020202020204" pitchFamily="34" charset="0"/>
                  </a:rPr>
                  <a:t> small </a:t>
                </a:r>
                <a:r>
                  <a:rPr lang="en-GB" sz="1600" dirty="0" err="1">
                    <a:latin typeface="Aptos Light" panose="020B0004020202020204" pitchFamily="34" charset="0"/>
                  </a:rPr>
                  <a:t>categoricals</a:t>
                </a:r>
                <a:r>
                  <a:rPr lang="en-GB" sz="1600" dirty="0">
                    <a:latin typeface="Aptos Light" panose="020B0004020202020204" pitchFamily="34" charset="0"/>
                  </a:rPr>
                  <a:t>)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 dirty="0">
                    <a:latin typeface="Aptos Light" panose="020B0004020202020204" pitchFamily="34" charset="0"/>
                  </a:rPr>
                  <a:t>Embeddings: </a:t>
                </a:r>
                <a:r>
                  <a:rPr lang="en-GB" sz="1600" dirty="0">
                    <a:latin typeface="Consolas" panose="020B0609020204030204" pitchFamily="49" charset="0"/>
                  </a:rPr>
                  <a:t>region(8)</a:t>
                </a:r>
                <a:r>
                  <a:rPr lang="en-GB" sz="1600" dirty="0">
                    <a:latin typeface="Aptos Light" panose="020B0004020202020204" pitchFamily="34" charset="0"/>
                  </a:rPr>
                  <a:t>, </a:t>
                </a:r>
                <a:r>
                  <a:rPr lang="en-GB" sz="1600" dirty="0" err="1">
                    <a:latin typeface="Consolas" panose="020B0609020204030204" pitchFamily="49" charset="0"/>
                  </a:rPr>
                  <a:t>occ</a:t>
                </a:r>
                <a:r>
                  <a:rPr lang="en-GB" sz="1600" dirty="0">
                    <a:latin typeface="Consolas" panose="020B0609020204030204" pitchFamily="49" charset="0"/>
                  </a:rPr>
                  <a:t>(8)</a:t>
                </a:r>
                <a:r>
                  <a:rPr lang="en-GB" sz="1600" dirty="0">
                    <a:latin typeface="Aptos Light" panose="020B0004020202020204" pitchFamily="34" charset="0"/>
                  </a:rPr>
                  <a:t>, </a:t>
                </a:r>
                <a:r>
                  <a:rPr lang="en-GB" sz="1600" dirty="0">
                    <a:latin typeface="Consolas" panose="020B0609020204030204" pitchFamily="49" charset="0"/>
                  </a:rPr>
                  <a:t>employer(6)</a:t>
                </a:r>
                <a:r>
                  <a:rPr lang="en-GB" sz="1600" dirty="0">
                    <a:latin typeface="Aptos Light" panose="020B0004020202020204" pitchFamily="34" charset="0"/>
                  </a:rPr>
                  <a:t>, </a:t>
                </a:r>
                <a:r>
                  <a:rPr lang="en-GB" sz="1600" dirty="0">
                    <a:latin typeface="Consolas" panose="020B0609020204030204" pitchFamily="49" charset="0"/>
                  </a:rPr>
                  <a:t>plan(4)</a:t>
                </a:r>
                <a:r>
                  <a:rPr lang="en-GB" sz="1600" dirty="0">
                    <a:latin typeface="Aptos Light" panose="020B0004020202020204" pitchFamily="34" charset="0"/>
                  </a:rPr>
                  <a:t>; embeddings are flattened and concatenated </a:t>
                </a:r>
                <a:r>
                  <a:rPr lang="en-GB" sz="1600">
                    <a:latin typeface="Aptos Light" panose="020B0004020202020204" pitchFamily="34" charset="0"/>
                  </a:rPr>
                  <a:t>with </a:t>
                </a:r>
                <a:r>
                  <a:rPr lang="en-GB" sz="1600" err="1">
                    <a:latin typeface="Consolas" panose="020B0609020204030204" pitchFamily="49" charset="0"/>
                  </a:rPr>
                  <a:t>x</a:t>
                </a:r>
                <a:r>
                  <a:rPr lang="en-GB" sz="1600">
                    <a:latin typeface="Consolas" panose="020B0609020204030204" pitchFamily="49" charset="0"/>
                  </a:rPr>
                  <a:t>_dense</a:t>
                </a:r>
                <a:endParaRPr lang="en-GB" sz="1600" dirty="0">
                  <a:latin typeface="Consolas" panose="020B0609020204030204" pitchFamily="49" charset="0"/>
                </a:endParaRPr>
              </a:p>
              <a:p>
                <a:pPr lvl="0"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MLP </a:t>
                </a:r>
                <a:r>
                  <a:rPr lang="en-GB" sz="1600" dirty="0">
                    <a:latin typeface="Aptos Light" panose="020B0004020202020204" pitchFamily="34" charset="0"/>
                  </a:rPr>
                  <a:t>head: Dense(64, </a:t>
                </a:r>
                <a:r>
                  <a:rPr lang="en-GB" sz="1600" dirty="0" err="1">
                    <a:latin typeface="Aptos Light" panose="020B0004020202020204" pitchFamily="34" charset="0"/>
                  </a:rPr>
                  <a:t>ReLU</a:t>
                </a:r>
                <a:r>
                  <a:rPr lang="en-GB" sz="1600" dirty="0">
                    <a:latin typeface="Aptos Light" panose="020B0004020202020204" pitchFamily="34" charset="0"/>
                  </a:rPr>
                  <a:t>) → Dropout(0.15) → Dense(32, </a:t>
                </a:r>
                <a:r>
                  <a:rPr lang="en-GB" sz="1600" dirty="0" err="1">
                    <a:latin typeface="Aptos Light" panose="020B0004020202020204" pitchFamily="34" charset="0"/>
                  </a:rPr>
                  <a:t>ReLU</a:t>
                </a:r>
                <a:r>
                  <a:rPr lang="en-GB" sz="1600" dirty="0">
                    <a:latin typeface="Aptos Light" panose="020B0004020202020204" pitchFamily="34" charset="0"/>
                  </a:rPr>
                  <a:t>)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 dirty="0">
                    <a:latin typeface="Aptos Light" panose="020B0004020202020204" pitchFamily="34" charset="0"/>
                  </a:rPr>
                  <a:t>Output: Dense(1, </a:t>
                </a:r>
                <a:r>
                  <a:rPr lang="en-GB" sz="1600" b="1" dirty="0">
                    <a:latin typeface="Aptos Light" panose="020B0004020202020204" pitchFamily="34" charset="0"/>
                  </a:rPr>
                  <a:t>sigmoid</a:t>
                </a:r>
                <a:r>
                  <a:rPr lang="en-GB" sz="1600" dirty="0">
                    <a:latin typeface="Aptos Light" panose="020B0004020202020204" pitchFamily="34" charset="0"/>
                  </a:rPr>
                  <a:t>) = predicted onset </a:t>
                </a:r>
                <a:r>
                  <a:rPr lang="en-GB" sz="1600">
                    <a:latin typeface="Aptos Light" panose="020B0004020202020204" pitchFamily="34" charset="0"/>
                  </a:rPr>
                  <a:t>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H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onset</m:t>
                    </m:r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H" sz="1600">
                  <a:latin typeface="Aptos Light" panose="020B0004020202020204" pitchFamily="34" charset="0"/>
                </a:endParaRPr>
              </a:p>
              <a:p>
                <a:pPr lvl="0"/>
                <a:r>
                  <a:rPr lang="en-GB" sz="1600">
                    <a:latin typeface="Aptos Light" panose="020B0004020202020204" pitchFamily="34" charset="0"/>
                  </a:rPr>
                  <a:t>Training</a:t>
                </a:r>
                <a:r>
                  <a:rPr lang="en-GB" sz="1600" dirty="0">
                    <a:latin typeface="Aptos Light" panose="020B0004020202020204" pitchFamily="34" charset="0"/>
                  </a:rPr>
                  <a:t>: Adam(1e-3), binary cross-entropy, early stopping (patience=2), validation split 10%, epochs=15, batch size</a:t>
                </a:r>
                <a:r>
                  <a:rPr lang="en-GB" sz="1600">
                    <a:latin typeface="Aptos Light" panose="020B0004020202020204" pitchFamily="34" charset="0"/>
                  </a:rPr>
                  <a:t>=4096</a:t>
                </a:r>
                <a:endParaRPr lang="en-CH" sz="1600">
                  <a:latin typeface="Aptos Light" panose="020B0004020202020204" pitchFamily="34" charset="0"/>
                </a:endParaRPr>
              </a:p>
              <a:p>
                <a:pPr marL="0" indent="0">
                  <a:spcAft>
                    <a:spcPts val="0"/>
                  </a:spcAft>
                  <a:buNone/>
                </a:pPr>
                <a:r>
                  <a:rPr lang="en-CH" sz="1600" b="1">
                    <a:latin typeface="Aptos Light" panose="020B0004020202020204" pitchFamily="34" charset="0"/>
                  </a:rPr>
                  <a:t>Severity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Inputs/embeddings: same structure and embedding sizes as incidence; concatenated with </a:t>
                </a:r>
                <a:r>
                  <a:rPr lang="en-GB" sz="1600">
                    <a:latin typeface="Consolas" panose="020B0609020204030204" pitchFamily="49" charset="0"/>
                  </a:rPr>
                  <a:t>x_dense</a:t>
                </a:r>
                <a:endParaRPr lang="en-GB" sz="1600">
                  <a:latin typeface="Aptos Light" panose="020B0004020202020204" pitchFamily="34" charset="0"/>
                </a:endParaRPr>
              </a:p>
              <a:p>
                <a:pPr lvl="0"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MLP head: Dense(64, ReLU) → Dropout(0.10) → Dense(32, ReLU).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Output: Dense(1, </a:t>
                </a:r>
                <a:r>
                  <a:rPr lang="en-GB" sz="1600" b="1">
                    <a:latin typeface="Aptos Light" panose="020B0004020202020204" pitchFamily="34" charset="0"/>
                  </a:rPr>
                  <a:t>linear</a:t>
                </a:r>
                <a:r>
                  <a:rPr lang="en-GB" sz="1600">
                    <a:latin typeface="Aptos Light" panose="020B0004020202020204" pitchFamily="34" charset="0"/>
                  </a:rPr>
                  <a:t>) predicting </a:t>
                </a:r>
                <a:r>
                  <a:rPr lang="en-GB" sz="1600" b="1">
                    <a:latin typeface="Aptos Light" panose="020B0004020202020204" pitchFamily="34" charset="0"/>
                  </a:rPr>
                  <a:t>log1p(cost)</a:t>
                </a:r>
                <a:r>
                  <a:rPr lang="en-GB" sz="1600">
                    <a:latin typeface="Aptos Light" panose="020B0004020202020204" pitchFamily="34" charset="0"/>
                  </a:rPr>
                  <a:t>; bias is initiali</a:t>
                </a:r>
                <a:r>
                  <a:rPr lang="en-CH" sz="1600">
                    <a:latin typeface="Aptos Light" panose="020B0004020202020204" pitchFamily="34" charset="0"/>
                  </a:rPr>
                  <a:t>s</a:t>
                </a:r>
                <a:r>
                  <a:rPr lang="en-GB" sz="1600">
                    <a:latin typeface="Aptos Light" panose="020B0004020202020204" pitchFamily="34" charset="0"/>
                  </a:rPr>
                  <a:t>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H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GB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CH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CH" sz="1600">
                    <a:latin typeface="Aptos Light" panose="020B0004020202020204" pitchFamily="34" charset="0"/>
                  </a:rPr>
                  <a:t> </a:t>
                </a:r>
                <a:r>
                  <a:rPr lang="en-GB" sz="1600">
                    <a:latin typeface="Aptos Light" panose="020B0004020202020204" pitchFamily="34" charset="0"/>
                  </a:rPr>
                  <a:t>to stabilise scale early in training</a:t>
                </a:r>
              </a:p>
              <a:p>
                <a:pPr lvl="0"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Training: Adam(5e-4), Huber loss (delta=0.25), early stopping (patience=3), validation split 15%, epochs=50, batch size=2048</a:t>
                </a:r>
              </a:p>
              <a:p>
                <a:pPr>
                  <a:spcAft>
                    <a:spcPts val="0"/>
                  </a:spcAft>
                </a:pPr>
                <a:r>
                  <a:rPr lang="en-GB" sz="1600">
                    <a:latin typeface="Aptos Light" panose="020B0004020202020204" pitchFamily="34" charset="0"/>
                  </a:rPr>
                  <a:t>Back-transform to CHF: apply </a:t>
                </a:r>
                <a:r>
                  <a:rPr lang="en-GB" sz="1600" b="1">
                    <a:latin typeface="Aptos Light" panose="020B0004020202020204" pitchFamily="34" charset="0"/>
                  </a:rPr>
                  <a:t>smearing</a:t>
                </a:r>
                <a:r>
                  <a:rPr lang="en-GB" sz="1600">
                    <a:latin typeface="Aptos Ligh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160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600">
                    <a:latin typeface="Aptos Light" panose="020B0004020202020204" pitchFamily="34" charset="0"/>
                  </a:rPr>
                  <a:t> </a:t>
                </a:r>
                <a:r>
                  <a:rPr lang="en-GB" sz="1600" b="1">
                    <a:latin typeface="Aptos Light" panose="020B0004020202020204" pitchFamily="34" charset="0"/>
                  </a:rPr>
                  <a:t>mean calibration</a:t>
                </a:r>
                <a:r>
                  <a:rPr lang="en-GB" sz="1600">
                    <a:latin typeface="Aptos Light" panose="020B0004020202020204" pitchFamily="34" charset="0"/>
                  </a:rPr>
                  <a:t> to correct log-scale bias, i.e.</a:t>
                </a:r>
                <a:r>
                  <a:rPr lang="en-CH" sz="1600">
                    <a:latin typeface="Aptos Light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  <m:r>
                      <a:rPr lang="en-CH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expm</m:t>
                    </m:r>
                    <m:r>
                      <m:rPr>
                        <m:nor/>
                      </m:rPr>
                      <a:rPr lang="en-CH" sz="1600" b="0" i="0" smtClean="0"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H" sz="1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  <m:r>
                          <a:rPr lang="en-CH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CH" sz="1600" b="0" i="0" smtClean="0">
                                    <a:latin typeface="Cambria Math" panose="02040503050406030204" pitchFamily="18" charset="0"/>
                                  </a:rPr>
                                  <m:t>smear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GB" sz="1600">
                    <a:latin typeface="Aptos Light" panose="020B0004020202020204" pitchFamily="34" charset="0"/>
                  </a:rPr>
                  <a:t>, then clip to ≥ 1</a:t>
                </a:r>
                <a:endParaRPr lang="en-CH" sz="1600" b="1">
                  <a:latin typeface="Aptos Light" panose="020B0004020202020204" pitchFamily="34" charset="0"/>
                </a:endParaRPr>
              </a:p>
              <a:p>
                <a:pPr marL="0" lvl="0" indent="0">
                  <a:spcAft>
                    <a:spcPts val="0"/>
                  </a:spcAft>
                  <a:buNone/>
                </a:pPr>
                <a:endParaRPr lang="en-CH" sz="1900" dirty="0">
                  <a:latin typeface="Aptos Light" panose="020B00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61F538-A224-2811-BAD7-FCDF777FC5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74" t="-3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635091-9BDA-7F2D-D98B-FB6AA4F4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D86809-88D3-24E4-1EF1-C7649B99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30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5236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F310-3ECB-4A3E-D0CA-DC42D7663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E5FE6-72FA-981B-1521-3B0BA51D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Further researc</a:t>
            </a:r>
            <a:r>
              <a:rPr lang="en-GB"/>
              <a:t>h</a:t>
            </a:r>
            <a:r>
              <a:rPr lang="en-CH"/>
              <a:t> and extensions for practitioners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EA503-CC8D-BA51-D724-212F9345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8D64E-130A-B34A-3200-C6871BC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31</a:t>
            </a:fld>
            <a:endParaRPr lang="es-MX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3A301B8-E90E-D9A1-8E02-C5906716AF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6472" y="1188664"/>
            <a:ext cx="1094777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C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ompare Tweedie vs FFNN + tail-aware loss vs two-part models (body + EVT/mixture tail) and measure impact on P90+ MAE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E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valuate Platt/logistic recalibration, isotonic, and segment-aware credibility calibration (region/</a:t>
            </a: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season</a:t>
            </a: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/</a:t>
            </a: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occupation) under rolling windows</a:t>
            </a:r>
            <a:endParaRPr lang="en-CH" altLang="en-US" sz="1800">
              <a:solidFill>
                <a:schemeClr val="tx1"/>
              </a:solidFill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T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rack heatmap persistence over time (raw vs credibility-filtered) and quantify dispersion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F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ormalise when to choose Hybrid A vs Hybrid B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H" altLang="en-US" sz="1800">
                <a:solidFill>
                  <a:schemeClr val="tx1"/>
                </a:solidFill>
                <a:latin typeface="Aptos Light" panose="020B0004020202020204" pitchFamily="34" charset="0"/>
              </a:rPr>
              <a:t>Add 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local explanations (e.g., SHAP on dense features + embedding diagnostics) with an audit trail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CH" altLang="en-US" sz="1800">
                <a:solidFill>
                  <a:schemeClr val="tx1"/>
                </a:solidFill>
                <a:latin typeface="Aptos Light" panose="020B0004020202020204" pitchFamily="34" charset="0"/>
              </a:rPr>
              <a:t>S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tress test against more realistic operational effects (claim reporting lag, inflation regime shifts, benefit cap changes)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CH" altLang="en-US" sz="18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 Light" panose="020B00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CH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E</a:t>
            </a:r>
            <a:r>
              <a:rPr kumimoji="0" lang="en-US" altLang="en-US" sz="18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 Light" panose="020B0004020202020204" pitchFamily="34" charset="0"/>
              </a:rPr>
              <a:t>valuate whether hazard proxies improve stability/segmentation</a:t>
            </a:r>
          </a:p>
        </p:txBody>
      </p:sp>
    </p:spTree>
    <p:extLst>
      <p:ext uri="{BB962C8B-B14F-4D97-AF65-F5344CB8AC3E}">
        <p14:creationId xmlns:p14="http://schemas.microsoft.com/office/powerpoint/2010/main" val="3572184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9A957-AFA1-758F-A9E2-971807D6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3BEA1-2A09-8BBA-D277-EDAF1BC7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/>
              <a:t>GitHub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D0935-D8AC-B4D1-572C-CD9AA31B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Practical Integration of Feed-Forward Neural Networks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9A96F-2383-E83C-A894-2CBC189B9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318B9-E989-4F21-A6B6-2050DE77C617}" type="slidenum">
              <a:rPr lang="es-MX" smtClean="0"/>
              <a:pPr/>
              <a:t>32</a:t>
            </a:fld>
            <a:endParaRPr lang="es-MX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99835B1-7815-EFDE-E8EF-9B5FB0974788}"/>
              </a:ext>
            </a:extLst>
          </p:cNvPr>
          <p:cNvSpPr txBox="1">
            <a:spLocks/>
          </p:cNvSpPr>
          <p:nvPr/>
        </p:nvSpPr>
        <p:spPr>
          <a:xfrm>
            <a:off x="526471" y="1028700"/>
            <a:ext cx="111390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sp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  <a:defRPr lang="de-DE" sz="24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Symbol" panose="05050102010706020507" pitchFamily="18" charset="2"/>
              <a:buChar char="-"/>
              <a:defRPr lang="de-DE" sz="1600" kern="1200">
                <a:solidFill>
                  <a:srgbClr val="00112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CH" sz="2000"/>
              <a:t>Visit the GitHub repository to view code and add your own contributions!</a:t>
            </a:r>
            <a:endParaRPr lang="en-GB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FE0C89-C873-BAF9-9FF9-3BFA470D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85" y="1766887"/>
            <a:ext cx="3324225" cy="332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66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2907</Words>
  <Application>Microsoft Office PowerPoint</Application>
  <PresentationFormat>Widescreen</PresentationFormat>
  <Paragraphs>561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Aptos</vt:lpstr>
      <vt:lpstr>Aptos Light</vt:lpstr>
      <vt:lpstr>Arial</vt:lpstr>
      <vt:lpstr>Calibri</vt:lpstr>
      <vt:lpstr>Calibri Light</vt:lpstr>
      <vt:lpstr>Cambria Math</vt:lpstr>
      <vt:lpstr>Consolas</vt:lpstr>
      <vt:lpstr>Symbol</vt:lpstr>
      <vt:lpstr>Office Theme</vt:lpstr>
      <vt:lpstr>PowerPoint Presentation</vt:lpstr>
      <vt:lpstr>OUTLINE</vt:lpstr>
      <vt:lpstr>PowerPoint Presentation</vt:lpstr>
      <vt:lpstr>GLMs vs Feed-Forward Neural Networks (FFNNs) in practice</vt:lpstr>
      <vt:lpstr>Why this matters now</vt:lpstr>
      <vt:lpstr>PowerPoint Presentation</vt:lpstr>
      <vt:lpstr>The synthetic IDI dataset</vt:lpstr>
      <vt:lpstr>Frequency—severity and pure premium</vt:lpstr>
      <vt:lpstr>Governance-first validation design</vt:lpstr>
      <vt:lpstr>PowerPoint Presentation</vt:lpstr>
      <vt:lpstr>Incidence baseline: Logit GLM (sparse + regularised)</vt:lpstr>
      <vt:lpstr>Severity baseline: Tweedie GLM (log link)</vt:lpstr>
      <vt:lpstr>PowerPoint Presentation</vt:lpstr>
      <vt:lpstr>FFNN as a structured extension</vt:lpstr>
      <vt:lpstr>FFNN incidence</vt:lpstr>
      <vt:lpstr>FFNN severity</vt:lpstr>
      <vt:lpstr>Caveat emptor</vt:lpstr>
      <vt:lpstr>PowerPoint Presentation</vt:lpstr>
      <vt:lpstr>GLM vs FFNN</vt:lpstr>
      <vt:lpstr>Hybrid alternatives </vt:lpstr>
      <vt:lpstr>Model comparison scorecard</vt:lpstr>
      <vt:lpstr>Pros and cons of the model alternatives </vt:lpstr>
      <vt:lpstr>Segment adequacy heatmap</vt:lpstr>
      <vt:lpstr>Suggested governance pack</vt:lpstr>
      <vt:lpstr>PowerPoint Presentation</vt:lpstr>
      <vt:lpstr>Conclusions</vt:lpstr>
      <vt:lpstr>PowerPoint Presentation</vt:lpstr>
      <vt:lpstr>References</vt:lpstr>
      <vt:lpstr>GLM Model Definition</vt:lpstr>
      <vt:lpstr>FFNN Model Definition</vt:lpstr>
      <vt:lpstr>Further research and extensions for practitioners</vt:lpstr>
      <vt:lpstr>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Arocha &amp; Associates</dc:title>
  <dc:creator>Carlos Arocha</dc:creator>
  <cp:keywords>Arocha &amp; Associates</cp:keywords>
  <cp:lastModifiedBy>Carlos Arocha</cp:lastModifiedBy>
  <cp:revision>698</cp:revision>
  <cp:lastPrinted>2025-01-29T09:32:33Z</cp:lastPrinted>
  <dcterms:created xsi:type="dcterms:W3CDTF">2015-06-02T14:49:38Z</dcterms:created>
  <dcterms:modified xsi:type="dcterms:W3CDTF">2026-06-12T09:46:42Z</dcterms:modified>
  <cp:category>ERM</cp:category>
</cp:coreProperties>
</file>